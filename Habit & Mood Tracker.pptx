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" charset="1" panose="00000500000000000000"/>
      <p:regular r:id="rId16"/>
    </p:embeddedFont>
    <p:embeddedFont>
      <p:font typeface="Poppins Bold" charset="1" panose="00000800000000000000"/>
      <p:regular r:id="rId17"/>
    </p:embeddedFont>
    <p:embeddedFont>
      <p:font typeface="Poppins Light" charset="1" panose="000004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-2217109" y="4580489"/>
            <a:ext cx="10591742" cy="1317596"/>
          </a:xfrm>
          <a:custGeom>
            <a:avLst/>
            <a:gdLst/>
            <a:ahLst/>
            <a:cxnLst/>
            <a:rect r="r" b="b" t="t" l="l"/>
            <a:pathLst>
              <a:path h="1317596" w="10591742">
                <a:moveTo>
                  <a:pt x="0" y="0"/>
                </a:moveTo>
                <a:lnTo>
                  <a:pt x="10591742" y="0"/>
                </a:lnTo>
                <a:lnTo>
                  <a:pt x="10591742" y="1317596"/>
                </a:lnTo>
                <a:lnTo>
                  <a:pt x="0" y="1317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 l="0" t="-20155" r="0" b="-201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100000">
            <a:off x="2109337" y="9544622"/>
            <a:ext cx="5864972" cy="1317596"/>
          </a:xfrm>
          <a:custGeom>
            <a:avLst/>
            <a:gdLst/>
            <a:ahLst/>
            <a:cxnLst/>
            <a:rect r="r" b="b" t="t" l="l"/>
            <a:pathLst>
              <a:path h="1317596" w="5864972">
                <a:moveTo>
                  <a:pt x="0" y="0"/>
                </a:moveTo>
                <a:lnTo>
                  <a:pt x="5864972" y="0"/>
                </a:lnTo>
                <a:lnTo>
                  <a:pt x="5864972" y="1317595"/>
                </a:lnTo>
                <a:lnTo>
                  <a:pt x="0" y="1317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-7391" r="-47734" b="-7391"/>
            </a:stretch>
          </a:blipFill>
        </p:spPr>
      </p:sp>
      <p:grpSp>
        <p:nvGrpSpPr>
          <p:cNvPr name="Group 4" id="4"/>
          <p:cNvGrpSpPr/>
          <p:nvPr/>
        </p:nvGrpSpPr>
        <p:grpSpPr>
          <a:xfrm rot="-10800000">
            <a:off x="-6729487" y="1836974"/>
            <a:ext cx="13618068" cy="1361806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3187" y="13187"/>
              <a:ext cx="786426" cy="786426"/>
            </a:xfrm>
            <a:custGeom>
              <a:avLst/>
              <a:gdLst/>
              <a:ahLst/>
              <a:cxnLst/>
              <a:rect r="r" b="b" t="t" l="l"/>
              <a:pathLst>
                <a:path h="786426" w="786426">
                  <a:moveTo>
                    <a:pt x="415725" y="9325"/>
                  </a:moveTo>
                  <a:lnTo>
                    <a:pt x="777101" y="370701"/>
                  </a:lnTo>
                  <a:cubicBezTo>
                    <a:pt x="783072" y="376672"/>
                    <a:pt x="786426" y="384770"/>
                    <a:pt x="786426" y="393213"/>
                  </a:cubicBezTo>
                  <a:cubicBezTo>
                    <a:pt x="786426" y="401656"/>
                    <a:pt x="783072" y="409754"/>
                    <a:pt x="777101" y="415725"/>
                  </a:cubicBezTo>
                  <a:lnTo>
                    <a:pt x="415725" y="777101"/>
                  </a:lnTo>
                  <a:cubicBezTo>
                    <a:pt x="409754" y="783072"/>
                    <a:pt x="401656" y="786426"/>
                    <a:pt x="393213" y="786426"/>
                  </a:cubicBezTo>
                  <a:cubicBezTo>
                    <a:pt x="384770" y="786426"/>
                    <a:pt x="376672" y="783072"/>
                    <a:pt x="370701" y="777101"/>
                  </a:cubicBezTo>
                  <a:lnTo>
                    <a:pt x="9325" y="415725"/>
                  </a:lnTo>
                  <a:cubicBezTo>
                    <a:pt x="3354" y="409754"/>
                    <a:pt x="0" y="401656"/>
                    <a:pt x="0" y="393213"/>
                  </a:cubicBezTo>
                  <a:cubicBezTo>
                    <a:pt x="0" y="384770"/>
                    <a:pt x="3354" y="376672"/>
                    <a:pt x="9325" y="370701"/>
                  </a:cubicBezTo>
                  <a:lnTo>
                    <a:pt x="370701" y="9325"/>
                  </a:lnTo>
                  <a:cubicBezTo>
                    <a:pt x="376672" y="3354"/>
                    <a:pt x="384770" y="0"/>
                    <a:pt x="393213" y="0"/>
                  </a:cubicBezTo>
                  <a:cubicBezTo>
                    <a:pt x="401656" y="0"/>
                    <a:pt x="409754" y="3354"/>
                    <a:pt x="415725" y="932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5757" lIns="55757" bIns="55757" rIns="55757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2518158">
            <a:off x="11271175" y="-549325"/>
            <a:ext cx="6159434" cy="14973834"/>
            <a:chOff x="0" y="0"/>
            <a:chExt cx="1622238" cy="394372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22238" cy="3943726"/>
            </a:xfrm>
            <a:custGeom>
              <a:avLst/>
              <a:gdLst/>
              <a:ahLst/>
              <a:cxnLst/>
              <a:rect r="r" b="b" t="t" l="l"/>
              <a:pathLst>
                <a:path h="3943726" w="1622238">
                  <a:moveTo>
                    <a:pt x="203200" y="0"/>
                  </a:moveTo>
                  <a:lnTo>
                    <a:pt x="1622238" y="0"/>
                  </a:lnTo>
                  <a:lnTo>
                    <a:pt x="1419038" y="3943726"/>
                  </a:lnTo>
                  <a:lnTo>
                    <a:pt x="0" y="39437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-66675"/>
              <a:ext cx="1419038" cy="4010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8100000">
            <a:off x="10421514" y="-3691265"/>
            <a:ext cx="3456456" cy="12684271"/>
            <a:chOff x="0" y="0"/>
            <a:chExt cx="910342" cy="33407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0342" cy="3340713"/>
            </a:xfrm>
            <a:custGeom>
              <a:avLst/>
              <a:gdLst/>
              <a:ahLst/>
              <a:cxnLst/>
              <a:rect r="r" b="b" t="t" l="l"/>
              <a:pathLst>
                <a:path h="3340713" w="910342">
                  <a:moveTo>
                    <a:pt x="203200" y="0"/>
                  </a:moveTo>
                  <a:lnTo>
                    <a:pt x="910342" y="0"/>
                  </a:lnTo>
                  <a:lnTo>
                    <a:pt x="707142" y="3340713"/>
                  </a:lnTo>
                  <a:lnTo>
                    <a:pt x="0" y="334071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66675"/>
              <a:ext cx="707142" cy="3407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8100000">
            <a:off x="9068140" y="4791031"/>
            <a:ext cx="6163205" cy="1200452"/>
          </a:xfrm>
          <a:custGeom>
            <a:avLst/>
            <a:gdLst/>
            <a:ahLst/>
            <a:cxnLst/>
            <a:rect r="r" b="b" t="t" l="l"/>
            <a:pathLst>
              <a:path h="1200452" w="6163205">
                <a:moveTo>
                  <a:pt x="0" y="0"/>
                </a:moveTo>
                <a:lnTo>
                  <a:pt x="6163204" y="0"/>
                </a:lnTo>
                <a:lnTo>
                  <a:pt x="6163204" y="1200452"/>
                </a:lnTo>
                <a:lnTo>
                  <a:pt x="0" y="1200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</a:blip>
            <a:stretch>
              <a:fillRect l="-21357" t="-4375" r="0" b="-4375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2700000">
            <a:off x="8950979" y="1024961"/>
            <a:ext cx="5343536" cy="1200452"/>
          </a:xfrm>
          <a:custGeom>
            <a:avLst/>
            <a:gdLst/>
            <a:ahLst/>
            <a:cxnLst/>
            <a:rect r="r" b="b" t="t" l="l"/>
            <a:pathLst>
              <a:path h="1200452" w="5343536">
                <a:moveTo>
                  <a:pt x="0" y="0"/>
                </a:moveTo>
                <a:lnTo>
                  <a:pt x="5343536" y="0"/>
                </a:lnTo>
                <a:lnTo>
                  <a:pt x="5343536" y="1200453"/>
                </a:lnTo>
                <a:lnTo>
                  <a:pt x="0" y="1200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</a:blip>
            <a:stretch>
              <a:fillRect l="0" t="-7391" r="-47734" b="-7391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139297" y="-2809080"/>
            <a:ext cx="12407330" cy="1240733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4474" y="14474"/>
              <a:ext cx="783852" cy="783852"/>
            </a:xfrm>
            <a:custGeom>
              <a:avLst/>
              <a:gdLst/>
              <a:ahLst/>
              <a:cxnLst/>
              <a:rect r="r" b="b" t="t" l="l"/>
              <a:pathLst>
                <a:path h="783852" w="783852">
                  <a:moveTo>
                    <a:pt x="416634" y="10234"/>
                  </a:moveTo>
                  <a:lnTo>
                    <a:pt x="773618" y="367218"/>
                  </a:lnTo>
                  <a:cubicBezTo>
                    <a:pt x="780171" y="373771"/>
                    <a:pt x="783852" y="382659"/>
                    <a:pt x="783852" y="391926"/>
                  </a:cubicBezTo>
                  <a:cubicBezTo>
                    <a:pt x="783852" y="401193"/>
                    <a:pt x="780171" y="410081"/>
                    <a:pt x="773618" y="416634"/>
                  </a:cubicBezTo>
                  <a:lnTo>
                    <a:pt x="416634" y="773618"/>
                  </a:lnTo>
                  <a:cubicBezTo>
                    <a:pt x="410081" y="780171"/>
                    <a:pt x="401193" y="783852"/>
                    <a:pt x="391926" y="783852"/>
                  </a:cubicBezTo>
                  <a:cubicBezTo>
                    <a:pt x="382659" y="783852"/>
                    <a:pt x="373771" y="780171"/>
                    <a:pt x="367218" y="773618"/>
                  </a:cubicBezTo>
                  <a:lnTo>
                    <a:pt x="10234" y="416634"/>
                  </a:lnTo>
                  <a:cubicBezTo>
                    <a:pt x="3681" y="410081"/>
                    <a:pt x="0" y="401193"/>
                    <a:pt x="0" y="391926"/>
                  </a:cubicBezTo>
                  <a:cubicBezTo>
                    <a:pt x="0" y="382659"/>
                    <a:pt x="3681" y="373771"/>
                    <a:pt x="10234" y="367218"/>
                  </a:cubicBezTo>
                  <a:lnTo>
                    <a:pt x="367218" y="10234"/>
                  </a:lnTo>
                  <a:cubicBezTo>
                    <a:pt x="373771" y="3681"/>
                    <a:pt x="382659" y="0"/>
                    <a:pt x="391926" y="0"/>
                  </a:cubicBezTo>
                  <a:cubicBezTo>
                    <a:pt x="401193" y="0"/>
                    <a:pt x="410081" y="3681"/>
                    <a:pt x="416634" y="1023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8100000">
            <a:off x="12573652" y="7301712"/>
            <a:ext cx="771811" cy="4301341"/>
          </a:xfrm>
          <a:custGeom>
            <a:avLst/>
            <a:gdLst/>
            <a:ahLst/>
            <a:cxnLst/>
            <a:rect r="r" b="b" t="t" l="l"/>
            <a:pathLst>
              <a:path h="4301341" w="771811">
                <a:moveTo>
                  <a:pt x="0" y="0"/>
                </a:moveTo>
                <a:lnTo>
                  <a:pt x="771811" y="0"/>
                </a:lnTo>
                <a:lnTo>
                  <a:pt x="771811" y="4301341"/>
                </a:lnTo>
                <a:lnTo>
                  <a:pt x="0" y="43013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5286" t="0" r="-14595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2518158">
            <a:off x="14145413" y="3669099"/>
            <a:ext cx="4184293" cy="10172185"/>
            <a:chOff x="0" y="0"/>
            <a:chExt cx="1622238" cy="394372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22238" cy="3943726"/>
            </a:xfrm>
            <a:custGeom>
              <a:avLst/>
              <a:gdLst/>
              <a:ahLst/>
              <a:cxnLst/>
              <a:rect r="r" b="b" t="t" l="l"/>
              <a:pathLst>
                <a:path h="3943726" w="1622238">
                  <a:moveTo>
                    <a:pt x="203200" y="0"/>
                  </a:moveTo>
                  <a:lnTo>
                    <a:pt x="1622238" y="0"/>
                  </a:lnTo>
                  <a:lnTo>
                    <a:pt x="1419038" y="3943726"/>
                  </a:lnTo>
                  <a:lnTo>
                    <a:pt x="0" y="39437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01600" y="-66675"/>
              <a:ext cx="1419038" cy="4010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-2700000">
            <a:off x="14078518" y="8154965"/>
            <a:ext cx="5477894" cy="1200452"/>
          </a:xfrm>
          <a:custGeom>
            <a:avLst/>
            <a:gdLst/>
            <a:ahLst/>
            <a:cxnLst/>
            <a:rect r="r" b="b" t="t" l="l"/>
            <a:pathLst>
              <a:path h="1200452" w="5477894">
                <a:moveTo>
                  <a:pt x="0" y="0"/>
                </a:moveTo>
                <a:lnTo>
                  <a:pt x="5477894" y="0"/>
                </a:lnTo>
                <a:lnTo>
                  <a:pt x="5477894" y="1200453"/>
                </a:lnTo>
                <a:lnTo>
                  <a:pt x="0" y="1200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</a:blip>
            <a:stretch>
              <a:fillRect l="-22095" t="0" r="-3456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2518158">
            <a:off x="16423857" y="5465352"/>
            <a:ext cx="3280102" cy="7974061"/>
            <a:chOff x="0" y="0"/>
            <a:chExt cx="1622238" cy="394372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22238" cy="3943726"/>
            </a:xfrm>
            <a:custGeom>
              <a:avLst/>
              <a:gdLst/>
              <a:ahLst/>
              <a:cxnLst/>
              <a:rect r="r" b="b" t="t" l="l"/>
              <a:pathLst>
                <a:path h="3943726" w="1622238">
                  <a:moveTo>
                    <a:pt x="203200" y="0"/>
                  </a:moveTo>
                  <a:lnTo>
                    <a:pt x="1622238" y="0"/>
                  </a:lnTo>
                  <a:lnTo>
                    <a:pt x="1419038" y="3943726"/>
                  </a:lnTo>
                  <a:lnTo>
                    <a:pt x="0" y="39437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01600" y="-66675"/>
              <a:ext cx="1419038" cy="4010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57130" y="3596353"/>
            <a:ext cx="9486950" cy="3094293"/>
            <a:chOff x="0" y="0"/>
            <a:chExt cx="12649267" cy="4125725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945092"/>
              <a:ext cx="12649267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PROGRAMMING FUNDAMENTALS – FIRST SEMESTER PROJECT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-142875"/>
              <a:ext cx="10819625" cy="1154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b="true" sz="5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HABIT &amp; MOOD TRACKER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0" y="1413933"/>
              <a:ext cx="4745521" cy="1161545"/>
              <a:chOff x="0" y="0"/>
              <a:chExt cx="1660357" cy="4064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642337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642337">
                    <a:moveTo>
                      <a:pt x="1413653" y="0"/>
                    </a:moveTo>
                    <a:lnTo>
                      <a:pt x="43504" y="0"/>
                    </a:lnTo>
                    <a:cubicBezTo>
                      <a:pt x="19478" y="0"/>
                      <a:pt x="0" y="19478"/>
                      <a:pt x="0" y="43504"/>
                    </a:cubicBezTo>
                    <a:lnTo>
                      <a:pt x="0" y="362896"/>
                    </a:lnTo>
                    <a:cubicBezTo>
                      <a:pt x="0" y="386922"/>
                      <a:pt x="19478" y="406400"/>
                      <a:pt x="43504" y="406400"/>
                    </a:cubicBezTo>
                    <a:lnTo>
                      <a:pt x="1413653" y="406400"/>
                    </a:lnTo>
                    <a:cubicBezTo>
                      <a:pt x="1441508" y="406400"/>
                      <a:pt x="1468223" y="395334"/>
                      <a:pt x="1487920" y="375638"/>
                    </a:cubicBezTo>
                    <a:lnTo>
                      <a:pt x="1629595" y="233962"/>
                    </a:lnTo>
                    <a:cubicBezTo>
                      <a:pt x="1646585" y="216973"/>
                      <a:pt x="1646585" y="189427"/>
                      <a:pt x="1629595" y="172438"/>
                    </a:cubicBezTo>
                    <a:lnTo>
                      <a:pt x="1487920" y="30762"/>
                    </a:lnTo>
                    <a:cubicBezTo>
                      <a:pt x="1468223" y="11066"/>
                      <a:pt x="1441508" y="0"/>
                      <a:pt x="1413653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666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546057" cy="444500"/>
              </a:xfrm>
              <a:prstGeom prst="rect">
                <a:avLst/>
              </a:prstGeom>
            </p:spPr>
            <p:txBody>
              <a:bodyPr anchor="ctr" rtlCol="false" tIns="65610" lIns="65610" bIns="65610" rIns="6561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215900" y="1689727"/>
              <a:ext cx="5225218" cy="566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7FBFF"/>
                  </a:solidFill>
                  <a:latin typeface="Poppins"/>
                  <a:ea typeface="Poppins"/>
                  <a:cs typeface="Poppins"/>
                  <a:sym typeface="Poppins"/>
                </a:rPr>
                <a:t>GROUP MEMBERS: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2559603"/>
              <a:ext cx="12649267" cy="15661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322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ABDUL RAFAY</a:t>
              </a:r>
            </a:p>
            <a:p>
              <a:pPr algn="l" marL="431801" indent="-215900" lvl="1">
                <a:lnSpc>
                  <a:spcPts val="322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FATEHA WAQAR</a:t>
              </a:r>
            </a:p>
            <a:p>
              <a:pPr algn="l" marL="431801" indent="-215900" lvl="1">
                <a:lnSpc>
                  <a:spcPts val="322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ABEEHA USMAN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62468" y="9204549"/>
            <a:ext cx="5764761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SUBMITTED TO: SIR SALMAN RAZA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DEPARTMENT: COMPUTER SCIENCE (BSAI 1ST)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-2313141" y="4151763"/>
            <a:ext cx="9650065" cy="1200452"/>
          </a:xfrm>
          <a:custGeom>
            <a:avLst/>
            <a:gdLst/>
            <a:ahLst/>
            <a:cxnLst/>
            <a:rect r="r" b="b" t="t" l="l"/>
            <a:pathLst>
              <a:path h="1200452" w="9650065">
                <a:moveTo>
                  <a:pt x="0" y="0"/>
                </a:moveTo>
                <a:lnTo>
                  <a:pt x="9650065" y="0"/>
                </a:lnTo>
                <a:lnTo>
                  <a:pt x="9650065" y="1200453"/>
                </a:lnTo>
                <a:lnTo>
                  <a:pt x="0" y="1200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 l="0" t="-20155" r="0" b="-201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100000">
            <a:off x="1628656" y="8674551"/>
            <a:ext cx="5343536" cy="1200452"/>
          </a:xfrm>
          <a:custGeom>
            <a:avLst/>
            <a:gdLst/>
            <a:ahLst/>
            <a:cxnLst/>
            <a:rect r="r" b="b" t="t" l="l"/>
            <a:pathLst>
              <a:path h="1200452" w="5343536">
                <a:moveTo>
                  <a:pt x="0" y="0"/>
                </a:moveTo>
                <a:lnTo>
                  <a:pt x="5343536" y="0"/>
                </a:lnTo>
                <a:lnTo>
                  <a:pt x="5343536" y="1200452"/>
                </a:lnTo>
                <a:lnTo>
                  <a:pt x="0" y="1200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-7391" r="-47734" b="-7391"/>
            </a:stretch>
          </a:blipFill>
        </p:spPr>
      </p:sp>
      <p:grpSp>
        <p:nvGrpSpPr>
          <p:cNvPr name="Group 4" id="4"/>
          <p:cNvGrpSpPr/>
          <p:nvPr/>
        </p:nvGrpSpPr>
        <p:grpSpPr>
          <a:xfrm rot="-10800000">
            <a:off x="-6424337" y="1652165"/>
            <a:ext cx="12407330" cy="1240733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4474" y="14474"/>
              <a:ext cx="783852" cy="783852"/>
            </a:xfrm>
            <a:custGeom>
              <a:avLst/>
              <a:gdLst/>
              <a:ahLst/>
              <a:cxnLst/>
              <a:rect r="r" b="b" t="t" l="l"/>
              <a:pathLst>
                <a:path h="783852" w="783852">
                  <a:moveTo>
                    <a:pt x="416634" y="10234"/>
                  </a:moveTo>
                  <a:lnTo>
                    <a:pt x="773618" y="367218"/>
                  </a:lnTo>
                  <a:cubicBezTo>
                    <a:pt x="780171" y="373771"/>
                    <a:pt x="783852" y="382659"/>
                    <a:pt x="783852" y="391926"/>
                  </a:cubicBezTo>
                  <a:cubicBezTo>
                    <a:pt x="783852" y="401193"/>
                    <a:pt x="780171" y="410081"/>
                    <a:pt x="773618" y="416634"/>
                  </a:cubicBezTo>
                  <a:lnTo>
                    <a:pt x="416634" y="773618"/>
                  </a:lnTo>
                  <a:cubicBezTo>
                    <a:pt x="410081" y="780171"/>
                    <a:pt x="401193" y="783852"/>
                    <a:pt x="391926" y="783852"/>
                  </a:cubicBezTo>
                  <a:cubicBezTo>
                    <a:pt x="382659" y="783852"/>
                    <a:pt x="373771" y="780171"/>
                    <a:pt x="367218" y="773618"/>
                  </a:cubicBezTo>
                  <a:lnTo>
                    <a:pt x="10234" y="416634"/>
                  </a:lnTo>
                  <a:cubicBezTo>
                    <a:pt x="3681" y="410081"/>
                    <a:pt x="0" y="401193"/>
                    <a:pt x="0" y="391926"/>
                  </a:cubicBezTo>
                  <a:cubicBezTo>
                    <a:pt x="0" y="382659"/>
                    <a:pt x="3681" y="373771"/>
                    <a:pt x="10234" y="367218"/>
                  </a:cubicBezTo>
                  <a:lnTo>
                    <a:pt x="367218" y="10234"/>
                  </a:lnTo>
                  <a:cubicBezTo>
                    <a:pt x="373771" y="3681"/>
                    <a:pt x="382659" y="0"/>
                    <a:pt x="391926" y="0"/>
                  </a:cubicBezTo>
                  <a:cubicBezTo>
                    <a:pt x="401193" y="0"/>
                    <a:pt x="410081" y="3681"/>
                    <a:pt x="416634" y="1023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8100000">
            <a:off x="12451650" y="-2663184"/>
            <a:ext cx="3456456" cy="11815284"/>
            <a:chOff x="0" y="0"/>
            <a:chExt cx="910342" cy="31118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0342" cy="3111844"/>
            </a:xfrm>
            <a:custGeom>
              <a:avLst/>
              <a:gdLst/>
              <a:ahLst/>
              <a:cxnLst/>
              <a:rect r="r" b="b" t="t" l="l"/>
              <a:pathLst>
                <a:path h="3111844" w="910342">
                  <a:moveTo>
                    <a:pt x="203200" y="0"/>
                  </a:moveTo>
                  <a:lnTo>
                    <a:pt x="910342" y="0"/>
                  </a:lnTo>
                  <a:lnTo>
                    <a:pt x="707142" y="3111844"/>
                  </a:lnTo>
                  <a:lnTo>
                    <a:pt x="0" y="311184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-38100"/>
              <a:ext cx="707142" cy="3149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2587936">
            <a:off x="14631524" y="-2632454"/>
            <a:ext cx="4184293" cy="10172185"/>
            <a:chOff x="0" y="0"/>
            <a:chExt cx="1622238" cy="39437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22238" cy="3943726"/>
            </a:xfrm>
            <a:custGeom>
              <a:avLst/>
              <a:gdLst/>
              <a:ahLst/>
              <a:cxnLst/>
              <a:rect r="r" b="b" t="t" l="l"/>
              <a:pathLst>
                <a:path h="3943726" w="1622238">
                  <a:moveTo>
                    <a:pt x="203200" y="0"/>
                  </a:moveTo>
                  <a:lnTo>
                    <a:pt x="1622238" y="0"/>
                  </a:lnTo>
                  <a:lnTo>
                    <a:pt x="1419038" y="3943726"/>
                  </a:lnTo>
                  <a:lnTo>
                    <a:pt x="0" y="39437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38100"/>
              <a:ext cx="1419038" cy="3981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7806094">
            <a:off x="10356763" y="551921"/>
            <a:ext cx="5477894" cy="1200452"/>
          </a:xfrm>
          <a:custGeom>
            <a:avLst/>
            <a:gdLst/>
            <a:ahLst/>
            <a:cxnLst/>
            <a:rect r="r" b="b" t="t" l="l"/>
            <a:pathLst>
              <a:path h="1200452" w="5477894">
                <a:moveTo>
                  <a:pt x="0" y="0"/>
                </a:moveTo>
                <a:lnTo>
                  <a:pt x="5477893" y="0"/>
                </a:lnTo>
                <a:lnTo>
                  <a:pt x="5477893" y="1200452"/>
                </a:lnTo>
                <a:lnTo>
                  <a:pt x="0" y="1200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</a:blip>
            <a:stretch>
              <a:fillRect l="-22095" t="0" r="-3456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2700000">
            <a:off x="9024937" y="6754349"/>
            <a:ext cx="9126703" cy="2389537"/>
          </a:xfrm>
          <a:custGeom>
            <a:avLst/>
            <a:gdLst/>
            <a:ahLst/>
            <a:cxnLst/>
            <a:rect r="r" b="b" t="t" l="l"/>
            <a:pathLst>
              <a:path h="2389537" w="9126703">
                <a:moveTo>
                  <a:pt x="0" y="0"/>
                </a:moveTo>
                <a:lnTo>
                  <a:pt x="9126703" y="0"/>
                </a:lnTo>
                <a:lnTo>
                  <a:pt x="9126703" y="2389537"/>
                </a:lnTo>
                <a:lnTo>
                  <a:pt x="0" y="23895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601736" y="224334"/>
            <a:ext cx="10351611" cy="1035161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7348" y="17348"/>
              <a:ext cx="778104" cy="778104"/>
            </a:xfrm>
            <a:custGeom>
              <a:avLst/>
              <a:gdLst/>
              <a:ahLst/>
              <a:cxnLst/>
              <a:rect r="r" b="b" t="t" l="l"/>
              <a:pathLst>
                <a:path h="778104" w="778104">
                  <a:moveTo>
                    <a:pt x="418667" y="12267"/>
                  </a:moveTo>
                  <a:lnTo>
                    <a:pt x="765837" y="359437"/>
                  </a:lnTo>
                  <a:cubicBezTo>
                    <a:pt x="773691" y="367291"/>
                    <a:pt x="778104" y="377944"/>
                    <a:pt x="778104" y="389052"/>
                  </a:cubicBezTo>
                  <a:cubicBezTo>
                    <a:pt x="778104" y="400160"/>
                    <a:pt x="773691" y="410813"/>
                    <a:pt x="765837" y="418667"/>
                  </a:cubicBezTo>
                  <a:lnTo>
                    <a:pt x="418667" y="765837"/>
                  </a:lnTo>
                  <a:cubicBezTo>
                    <a:pt x="410813" y="773691"/>
                    <a:pt x="400160" y="778104"/>
                    <a:pt x="389052" y="778104"/>
                  </a:cubicBezTo>
                  <a:cubicBezTo>
                    <a:pt x="377944" y="778104"/>
                    <a:pt x="367291" y="773691"/>
                    <a:pt x="359437" y="765837"/>
                  </a:cubicBezTo>
                  <a:lnTo>
                    <a:pt x="12267" y="418667"/>
                  </a:lnTo>
                  <a:cubicBezTo>
                    <a:pt x="4413" y="410813"/>
                    <a:pt x="0" y="400160"/>
                    <a:pt x="0" y="389052"/>
                  </a:cubicBezTo>
                  <a:cubicBezTo>
                    <a:pt x="0" y="377944"/>
                    <a:pt x="4413" y="367291"/>
                    <a:pt x="12267" y="359437"/>
                  </a:cubicBezTo>
                  <a:lnTo>
                    <a:pt x="359437" y="12267"/>
                  </a:lnTo>
                  <a:cubicBezTo>
                    <a:pt x="367291" y="4413"/>
                    <a:pt x="377944" y="0"/>
                    <a:pt x="389052" y="0"/>
                  </a:cubicBezTo>
                  <a:cubicBezTo>
                    <a:pt x="400160" y="0"/>
                    <a:pt x="410813" y="4413"/>
                    <a:pt x="418667" y="1226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42383" lIns="42383" bIns="42383" rIns="42383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7806094">
            <a:off x="14034241" y="1275625"/>
            <a:ext cx="5477894" cy="1200452"/>
          </a:xfrm>
          <a:custGeom>
            <a:avLst/>
            <a:gdLst/>
            <a:ahLst/>
            <a:cxnLst/>
            <a:rect r="r" b="b" t="t" l="l"/>
            <a:pathLst>
              <a:path h="1200452" w="5477894">
                <a:moveTo>
                  <a:pt x="0" y="0"/>
                </a:moveTo>
                <a:lnTo>
                  <a:pt x="5477894" y="0"/>
                </a:lnTo>
                <a:lnTo>
                  <a:pt x="5477894" y="1200452"/>
                </a:lnTo>
                <a:lnTo>
                  <a:pt x="0" y="1200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</a:blip>
            <a:stretch>
              <a:fillRect l="-22095" t="0" r="-3456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-2587936">
            <a:off x="15934215" y="-3293537"/>
            <a:ext cx="3280102" cy="7974061"/>
            <a:chOff x="0" y="0"/>
            <a:chExt cx="1622238" cy="394372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22238" cy="3943726"/>
            </a:xfrm>
            <a:custGeom>
              <a:avLst/>
              <a:gdLst/>
              <a:ahLst/>
              <a:cxnLst/>
              <a:rect r="r" b="b" t="t" l="l"/>
              <a:pathLst>
                <a:path h="3943726" w="1622238">
                  <a:moveTo>
                    <a:pt x="203200" y="0"/>
                  </a:moveTo>
                  <a:lnTo>
                    <a:pt x="1622238" y="0"/>
                  </a:lnTo>
                  <a:lnTo>
                    <a:pt x="1419038" y="3943726"/>
                  </a:lnTo>
                  <a:lnTo>
                    <a:pt x="0" y="39437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01600" y="-38100"/>
              <a:ext cx="1419038" cy="3981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60710" y="1233382"/>
            <a:ext cx="9251653" cy="913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5"/>
              </a:lnSpc>
            </a:pPr>
            <a:r>
              <a:rPr lang="en-US" b="true" sz="6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OVERVIEW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60710" y="3086640"/>
            <a:ext cx="7184177" cy="1219835"/>
            <a:chOff x="0" y="0"/>
            <a:chExt cx="9578903" cy="1626447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104775"/>
              <a:ext cx="9578903" cy="811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</a:t>
              </a:r>
              <a:r>
                <a:rPr lang="en-US" sz="35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bjective: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649817"/>
              <a:ext cx="9578903" cy="976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To design a console-</a:t>
              </a:r>
              <a:r>
                <a:rPr lang="en-US" sz="21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based application that tracks daily habits and moods using C++ file handling.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60710" y="4303420"/>
            <a:ext cx="7184177" cy="1962785"/>
            <a:chOff x="0" y="0"/>
            <a:chExt cx="9578903" cy="2617047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-104775"/>
              <a:ext cx="9578903" cy="811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</a:t>
              </a:r>
              <a:r>
                <a:rPr lang="en-US" sz="35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ey Features: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649817"/>
              <a:ext cx="9578903" cy="19672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Daily</a:t>
              </a:r>
              <a:r>
                <a:rPr lang="en-US" sz="21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habit entry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Mood tracking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Weekly analysis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Personalized suggestions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60710" y="6263149"/>
            <a:ext cx="7184177" cy="1203953"/>
            <a:chOff x="0" y="0"/>
            <a:chExt cx="9578903" cy="1605270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-104775"/>
              <a:ext cx="9578903" cy="811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</a:t>
              </a:r>
              <a:r>
                <a:rPr lang="en-US" sz="35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echnology Used: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628640"/>
              <a:ext cx="9578903" cy="976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C++</a:t>
              </a:r>
              <a:r>
                <a:rPr lang="en-US" sz="21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Programming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Fi</a:t>
              </a:r>
              <a:r>
                <a:rPr lang="en-US" sz="21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le Handling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100000">
            <a:off x="11279709" y="4914421"/>
            <a:ext cx="12270461" cy="1526425"/>
          </a:xfrm>
          <a:custGeom>
            <a:avLst/>
            <a:gdLst/>
            <a:ahLst/>
            <a:cxnLst/>
            <a:rect r="r" b="b" t="t" l="l"/>
            <a:pathLst>
              <a:path h="1526425" w="12270461">
                <a:moveTo>
                  <a:pt x="0" y="0"/>
                </a:moveTo>
                <a:lnTo>
                  <a:pt x="12270461" y="0"/>
                </a:lnTo>
                <a:lnTo>
                  <a:pt x="12270461" y="1526425"/>
                </a:lnTo>
                <a:lnTo>
                  <a:pt x="0" y="15264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-20155" r="0" b="-201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11406409" y="-1650259"/>
            <a:ext cx="9096208" cy="1526425"/>
          </a:xfrm>
          <a:custGeom>
            <a:avLst/>
            <a:gdLst/>
            <a:ahLst/>
            <a:cxnLst/>
            <a:rect r="r" b="b" t="t" l="l"/>
            <a:pathLst>
              <a:path h="1526425" w="9096208">
                <a:moveTo>
                  <a:pt x="0" y="0"/>
                </a:moveTo>
                <a:lnTo>
                  <a:pt x="9096208" y="0"/>
                </a:lnTo>
                <a:lnTo>
                  <a:pt x="9096208" y="1526426"/>
                </a:lnTo>
                <a:lnTo>
                  <a:pt x="0" y="1526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-7391" r="-10352" b="-7391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783394" y="-6228918"/>
            <a:ext cx="15776438" cy="1577643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1383" y="11383"/>
              <a:ext cx="790034" cy="790034"/>
            </a:xfrm>
            <a:custGeom>
              <a:avLst/>
              <a:gdLst/>
              <a:ahLst/>
              <a:cxnLst/>
              <a:rect r="r" b="b" t="t" l="l"/>
              <a:pathLst>
                <a:path h="790034" w="790034">
                  <a:moveTo>
                    <a:pt x="414449" y="8049"/>
                  </a:moveTo>
                  <a:lnTo>
                    <a:pt x="781985" y="375585"/>
                  </a:lnTo>
                  <a:cubicBezTo>
                    <a:pt x="792717" y="386317"/>
                    <a:pt x="792717" y="403717"/>
                    <a:pt x="781985" y="414449"/>
                  </a:cubicBezTo>
                  <a:lnTo>
                    <a:pt x="414449" y="781985"/>
                  </a:lnTo>
                  <a:cubicBezTo>
                    <a:pt x="403717" y="792717"/>
                    <a:pt x="386317" y="792717"/>
                    <a:pt x="375585" y="781985"/>
                  </a:cubicBezTo>
                  <a:lnTo>
                    <a:pt x="8049" y="414449"/>
                  </a:lnTo>
                  <a:cubicBezTo>
                    <a:pt x="-2683" y="403717"/>
                    <a:pt x="-2683" y="386317"/>
                    <a:pt x="8049" y="375585"/>
                  </a:cubicBezTo>
                  <a:lnTo>
                    <a:pt x="375585" y="8049"/>
                  </a:lnTo>
                  <a:cubicBezTo>
                    <a:pt x="386317" y="-2683"/>
                    <a:pt x="403717" y="-2683"/>
                    <a:pt x="414449" y="804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64594" lIns="64594" bIns="64594" rIns="64594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2885057">
            <a:off x="3079841" y="4075272"/>
            <a:ext cx="3456456" cy="9004894"/>
            <a:chOff x="0" y="0"/>
            <a:chExt cx="910342" cy="23716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0342" cy="2371659"/>
            </a:xfrm>
            <a:custGeom>
              <a:avLst/>
              <a:gdLst/>
              <a:ahLst/>
              <a:cxnLst/>
              <a:rect r="r" b="b" t="t" l="l"/>
              <a:pathLst>
                <a:path h="2371659" w="910342">
                  <a:moveTo>
                    <a:pt x="203200" y="0"/>
                  </a:moveTo>
                  <a:lnTo>
                    <a:pt x="910342" y="0"/>
                  </a:lnTo>
                  <a:lnTo>
                    <a:pt x="707142" y="2371659"/>
                  </a:lnTo>
                  <a:lnTo>
                    <a:pt x="0" y="2371659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-38100"/>
              <a:ext cx="707142" cy="2409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8017540">
            <a:off x="936099" y="5344778"/>
            <a:ext cx="4184293" cy="7530683"/>
            <a:chOff x="0" y="0"/>
            <a:chExt cx="1622238" cy="29196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22238" cy="2919623"/>
            </a:xfrm>
            <a:custGeom>
              <a:avLst/>
              <a:gdLst/>
              <a:ahLst/>
              <a:cxnLst/>
              <a:rect r="r" b="b" t="t" l="l"/>
              <a:pathLst>
                <a:path h="2919623" w="1622238">
                  <a:moveTo>
                    <a:pt x="203200" y="0"/>
                  </a:moveTo>
                  <a:lnTo>
                    <a:pt x="1622238" y="0"/>
                  </a:lnTo>
                  <a:lnTo>
                    <a:pt x="1419038" y="2919623"/>
                  </a:lnTo>
                  <a:lnTo>
                    <a:pt x="0" y="291962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38100"/>
              <a:ext cx="1419038" cy="2957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2799382">
            <a:off x="3029016" y="8692881"/>
            <a:ext cx="5477894" cy="1200452"/>
          </a:xfrm>
          <a:custGeom>
            <a:avLst/>
            <a:gdLst/>
            <a:ahLst/>
            <a:cxnLst/>
            <a:rect r="r" b="b" t="t" l="l"/>
            <a:pathLst>
              <a:path h="1200452" w="5477894">
                <a:moveTo>
                  <a:pt x="0" y="0"/>
                </a:moveTo>
                <a:lnTo>
                  <a:pt x="5477893" y="0"/>
                </a:lnTo>
                <a:lnTo>
                  <a:pt x="5477893" y="1200452"/>
                </a:lnTo>
                <a:lnTo>
                  <a:pt x="0" y="1200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</a:blip>
            <a:stretch>
              <a:fillRect l="-22095" t="0" r="-3456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2700000">
            <a:off x="-661872" y="4341620"/>
            <a:ext cx="5247165" cy="873247"/>
          </a:xfrm>
          <a:custGeom>
            <a:avLst/>
            <a:gdLst/>
            <a:ahLst/>
            <a:cxnLst/>
            <a:rect r="r" b="b" t="t" l="l"/>
            <a:pathLst>
              <a:path h="873247" w="5247165">
                <a:moveTo>
                  <a:pt x="0" y="0"/>
                </a:moveTo>
                <a:lnTo>
                  <a:pt x="5247165" y="0"/>
                </a:lnTo>
                <a:lnTo>
                  <a:pt x="5247165" y="873247"/>
                </a:lnTo>
                <a:lnTo>
                  <a:pt x="0" y="873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</a:blip>
            <a:stretch>
              <a:fillRect l="0" t="-3924" r="-2830" b="-3924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2700000">
            <a:off x="2585169" y="4462097"/>
            <a:ext cx="6551791" cy="1090366"/>
          </a:xfrm>
          <a:custGeom>
            <a:avLst/>
            <a:gdLst/>
            <a:ahLst/>
            <a:cxnLst/>
            <a:rect r="r" b="b" t="t" l="l"/>
            <a:pathLst>
              <a:path h="1090366" w="6551791">
                <a:moveTo>
                  <a:pt x="0" y="0"/>
                </a:moveTo>
                <a:lnTo>
                  <a:pt x="6551791" y="0"/>
                </a:lnTo>
                <a:lnTo>
                  <a:pt x="6551791" y="1090366"/>
                </a:lnTo>
                <a:lnTo>
                  <a:pt x="0" y="1090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</a:blip>
            <a:stretch>
              <a:fillRect l="0" t="-3924" r="-2830" b="-3924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8100000">
            <a:off x="5992838" y="7807746"/>
            <a:ext cx="2579508" cy="429289"/>
          </a:xfrm>
          <a:custGeom>
            <a:avLst/>
            <a:gdLst/>
            <a:ahLst/>
            <a:cxnLst/>
            <a:rect r="r" b="b" t="t" l="l"/>
            <a:pathLst>
              <a:path h="429289" w="2579508">
                <a:moveTo>
                  <a:pt x="0" y="0"/>
                </a:moveTo>
                <a:lnTo>
                  <a:pt x="2579508" y="0"/>
                </a:lnTo>
                <a:lnTo>
                  <a:pt x="2579508" y="429289"/>
                </a:lnTo>
                <a:lnTo>
                  <a:pt x="0" y="4292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924" r="-2830" b="-3924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10800000">
            <a:off x="-585618" y="2636210"/>
            <a:ext cx="8780031" cy="878003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0453" y="20453"/>
              <a:ext cx="771893" cy="771893"/>
            </a:xfrm>
            <a:custGeom>
              <a:avLst/>
              <a:gdLst/>
              <a:ahLst/>
              <a:cxnLst/>
              <a:rect r="r" b="b" t="t" l="l"/>
              <a:pathLst>
                <a:path h="771893" w="771893">
                  <a:moveTo>
                    <a:pt x="420863" y="14463"/>
                  </a:moveTo>
                  <a:lnTo>
                    <a:pt x="757431" y="351031"/>
                  </a:lnTo>
                  <a:cubicBezTo>
                    <a:pt x="766691" y="360291"/>
                    <a:pt x="771894" y="372851"/>
                    <a:pt x="771894" y="385947"/>
                  </a:cubicBezTo>
                  <a:cubicBezTo>
                    <a:pt x="771894" y="399043"/>
                    <a:pt x="766691" y="411603"/>
                    <a:pt x="757431" y="420863"/>
                  </a:cubicBezTo>
                  <a:lnTo>
                    <a:pt x="420863" y="757431"/>
                  </a:lnTo>
                  <a:cubicBezTo>
                    <a:pt x="411603" y="766691"/>
                    <a:pt x="399043" y="771894"/>
                    <a:pt x="385947" y="771894"/>
                  </a:cubicBezTo>
                  <a:cubicBezTo>
                    <a:pt x="372851" y="771894"/>
                    <a:pt x="360291" y="766691"/>
                    <a:pt x="351031" y="757431"/>
                  </a:cubicBezTo>
                  <a:lnTo>
                    <a:pt x="14463" y="420863"/>
                  </a:lnTo>
                  <a:cubicBezTo>
                    <a:pt x="5203" y="411603"/>
                    <a:pt x="0" y="399043"/>
                    <a:pt x="0" y="385947"/>
                  </a:cubicBezTo>
                  <a:cubicBezTo>
                    <a:pt x="0" y="372851"/>
                    <a:pt x="5203" y="360291"/>
                    <a:pt x="14463" y="351031"/>
                  </a:cubicBezTo>
                  <a:lnTo>
                    <a:pt x="351031" y="14463"/>
                  </a:lnTo>
                  <a:cubicBezTo>
                    <a:pt x="360291" y="5203"/>
                    <a:pt x="372851" y="0"/>
                    <a:pt x="385947" y="0"/>
                  </a:cubicBezTo>
                  <a:cubicBezTo>
                    <a:pt x="399043" y="0"/>
                    <a:pt x="411603" y="5203"/>
                    <a:pt x="420863" y="1446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38171" lIns="38171" bIns="38171" rIns="38171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10800000">
            <a:off x="-149343" y="3072485"/>
            <a:ext cx="7907481" cy="790748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true" flipV="true" rot="0">
              <a:off x="22710" y="22710"/>
              <a:ext cx="767379" cy="767379"/>
            </a:xfrm>
            <a:custGeom>
              <a:avLst/>
              <a:gdLst/>
              <a:ahLst/>
              <a:cxnLst/>
              <a:rect r="r" b="b" t="t" l="l"/>
              <a:pathLst>
                <a:path h="767379" w="767379">
                  <a:moveTo>
                    <a:pt x="344921" y="751321"/>
                  </a:moveTo>
                  <a:lnTo>
                    <a:pt x="16059" y="422459"/>
                  </a:lnTo>
                  <a:cubicBezTo>
                    <a:pt x="-5353" y="401047"/>
                    <a:pt x="-5353" y="366333"/>
                    <a:pt x="16059" y="344921"/>
                  </a:cubicBezTo>
                  <a:lnTo>
                    <a:pt x="344921" y="16059"/>
                  </a:lnTo>
                  <a:cubicBezTo>
                    <a:pt x="366333" y="-5353"/>
                    <a:pt x="401047" y="-5353"/>
                    <a:pt x="422459" y="16059"/>
                  </a:cubicBezTo>
                  <a:lnTo>
                    <a:pt x="751321" y="344921"/>
                  </a:lnTo>
                  <a:cubicBezTo>
                    <a:pt x="772733" y="366333"/>
                    <a:pt x="772733" y="401047"/>
                    <a:pt x="751321" y="422459"/>
                  </a:cubicBezTo>
                  <a:lnTo>
                    <a:pt x="422459" y="751321"/>
                  </a:lnTo>
                  <a:cubicBezTo>
                    <a:pt x="401047" y="772733"/>
                    <a:pt x="366333" y="772733"/>
                    <a:pt x="344921" y="751321"/>
                  </a:cubicBezTo>
                  <a:close/>
                </a:path>
              </a:pathLst>
            </a:custGeom>
            <a:blipFill>
              <a:blip r:embed="rId3"/>
              <a:stretch>
                <a:fillRect l="-8213" t="-2959" r="-30914" b="-2959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2660057">
            <a:off x="-2429201" y="8133341"/>
            <a:ext cx="7213276" cy="1200452"/>
          </a:xfrm>
          <a:custGeom>
            <a:avLst/>
            <a:gdLst/>
            <a:ahLst/>
            <a:cxnLst/>
            <a:rect r="r" b="b" t="t" l="l"/>
            <a:pathLst>
              <a:path h="1200452" w="7213276">
                <a:moveTo>
                  <a:pt x="0" y="0"/>
                </a:moveTo>
                <a:lnTo>
                  <a:pt x="7213276" y="0"/>
                </a:lnTo>
                <a:lnTo>
                  <a:pt x="7213276" y="1200452"/>
                </a:lnTo>
                <a:lnTo>
                  <a:pt x="0" y="1200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</a:blip>
            <a:stretch>
              <a:fillRect l="0" t="-3924" r="-2830" b="-3924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7929618">
            <a:off x="-1075674" y="6280342"/>
            <a:ext cx="3683145" cy="8550455"/>
            <a:chOff x="0" y="0"/>
            <a:chExt cx="1821570" cy="422879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21570" cy="4228793"/>
            </a:xfrm>
            <a:custGeom>
              <a:avLst/>
              <a:gdLst/>
              <a:ahLst/>
              <a:cxnLst/>
              <a:rect r="r" b="b" t="t" l="l"/>
              <a:pathLst>
                <a:path h="4228793" w="1821570">
                  <a:moveTo>
                    <a:pt x="203200" y="0"/>
                  </a:moveTo>
                  <a:lnTo>
                    <a:pt x="1821570" y="0"/>
                  </a:lnTo>
                  <a:lnTo>
                    <a:pt x="1618370" y="4228793"/>
                  </a:lnTo>
                  <a:lnTo>
                    <a:pt x="0" y="422879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01600" y="-38100"/>
              <a:ext cx="1618370" cy="42668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346362" y="3370131"/>
            <a:ext cx="9235914" cy="913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5"/>
              </a:lnSpc>
            </a:pPr>
            <a:r>
              <a:rPr lang="en-US" b="true" sz="6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MENU &amp; FLOW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346362" y="4283896"/>
            <a:ext cx="7090255" cy="2366645"/>
            <a:chOff x="0" y="0"/>
            <a:chExt cx="9453673" cy="3155527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630767"/>
              <a:ext cx="9453673" cy="2524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2930" indent="-291465" lvl="1">
                <a:lnSpc>
                  <a:spcPts val="3779"/>
                </a:lnSpc>
                <a:buAutoNum type="arabicPeriod" startAt="1"/>
              </a:pP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Add Daily Record</a:t>
              </a:r>
            </a:p>
            <a:p>
              <a:pPr algn="l" marL="582930" indent="-291465" lvl="1">
                <a:lnSpc>
                  <a:spcPts val="3779"/>
                </a:lnSpc>
                <a:buAutoNum type="arabicPeriod" startAt="1"/>
              </a:pP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View All Records</a:t>
              </a:r>
            </a:p>
            <a:p>
              <a:pPr algn="l" marL="582930" indent="-291465" lvl="1">
                <a:lnSpc>
                  <a:spcPts val="3779"/>
                </a:lnSpc>
                <a:buAutoNum type="arabicPeriod" startAt="1"/>
              </a:pP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Weekly Summary</a:t>
              </a:r>
            </a:p>
            <a:p>
              <a:pPr algn="l" marL="582930" indent="-291465" lvl="1">
                <a:lnSpc>
                  <a:spcPts val="3779"/>
                </a:lnSpc>
                <a:buAutoNum type="arabicPeriod" startAt="1"/>
              </a:pP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Exit Program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-104775"/>
              <a:ext cx="6812734" cy="811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b="true" sz="35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Main Functionalities: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8718" y="1290532"/>
            <a:ext cx="9603644" cy="158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85"/>
              </a:lnSpc>
            </a:pPr>
            <a:r>
              <a:rPr lang="en-US" b="true" sz="6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CORE FUNCTION: </a:t>
            </a:r>
          </a:p>
          <a:p>
            <a:pPr algn="l">
              <a:lnSpc>
                <a:spcPts val="5785"/>
              </a:lnSpc>
            </a:pPr>
            <a:r>
              <a:rPr lang="en-US" b="true" sz="6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ADD RECORD</a:t>
            </a:r>
          </a:p>
        </p:txBody>
      </p:sp>
      <p:grpSp>
        <p:nvGrpSpPr>
          <p:cNvPr name="Group 3" id="3"/>
          <p:cNvGrpSpPr/>
          <p:nvPr/>
        </p:nvGrpSpPr>
        <p:grpSpPr>
          <a:xfrm rot="2518158">
            <a:off x="12911154" y="462200"/>
            <a:ext cx="6159434" cy="14973834"/>
            <a:chOff x="0" y="0"/>
            <a:chExt cx="1622238" cy="39437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2238" cy="3943726"/>
            </a:xfrm>
            <a:custGeom>
              <a:avLst/>
              <a:gdLst/>
              <a:ahLst/>
              <a:cxnLst/>
              <a:rect r="r" b="b" t="t" l="l"/>
              <a:pathLst>
                <a:path h="3943726" w="1622238">
                  <a:moveTo>
                    <a:pt x="203200" y="0"/>
                  </a:moveTo>
                  <a:lnTo>
                    <a:pt x="1622238" y="0"/>
                  </a:lnTo>
                  <a:lnTo>
                    <a:pt x="1419038" y="3943726"/>
                  </a:lnTo>
                  <a:lnTo>
                    <a:pt x="0" y="39437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38100"/>
              <a:ext cx="1419038" cy="3981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8100000">
            <a:off x="12573652" y="7301712"/>
            <a:ext cx="771811" cy="4301341"/>
          </a:xfrm>
          <a:custGeom>
            <a:avLst/>
            <a:gdLst/>
            <a:ahLst/>
            <a:cxnLst/>
            <a:rect r="r" b="b" t="t" l="l"/>
            <a:pathLst>
              <a:path h="4301341" w="771811">
                <a:moveTo>
                  <a:pt x="0" y="0"/>
                </a:moveTo>
                <a:lnTo>
                  <a:pt x="771811" y="0"/>
                </a:lnTo>
                <a:lnTo>
                  <a:pt x="771811" y="4301341"/>
                </a:lnTo>
                <a:lnTo>
                  <a:pt x="0" y="43013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5286" t="0" r="-14595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2518158">
            <a:off x="14145413" y="3669099"/>
            <a:ext cx="4184293" cy="10172185"/>
            <a:chOff x="0" y="0"/>
            <a:chExt cx="1622238" cy="394372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22238" cy="3943726"/>
            </a:xfrm>
            <a:custGeom>
              <a:avLst/>
              <a:gdLst/>
              <a:ahLst/>
              <a:cxnLst/>
              <a:rect r="r" b="b" t="t" l="l"/>
              <a:pathLst>
                <a:path h="3943726" w="1622238">
                  <a:moveTo>
                    <a:pt x="203200" y="0"/>
                  </a:moveTo>
                  <a:lnTo>
                    <a:pt x="1622238" y="0"/>
                  </a:lnTo>
                  <a:lnTo>
                    <a:pt x="1419038" y="3943726"/>
                  </a:lnTo>
                  <a:lnTo>
                    <a:pt x="0" y="39437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-38100"/>
              <a:ext cx="1419038" cy="3981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2700000">
            <a:off x="14078518" y="8154965"/>
            <a:ext cx="5477894" cy="1200452"/>
          </a:xfrm>
          <a:custGeom>
            <a:avLst/>
            <a:gdLst/>
            <a:ahLst/>
            <a:cxnLst/>
            <a:rect r="r" b="b" t="t" l="l"/>
            <a:pathLst>
              <a:path h="1200452" w="5477894">
                <a:moveTo>
                  <a:pt x="0" y="0"/>
                </a:moveTo>
                <a:lnTo>
                  <a:pt x="5477894" y="0"/>
                </a:lnTo>
                <a:lnTo>
                  <a:pt x="5477894" y="1200453"/>
                </a:lnTo>
                <a:lnTo>
                  <a:pt x="0" y="12004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7000"/>
            </a:blip>
            <a:stretch>
              <a:fillRect l="-22095" t="0" r="-3456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2518158">
            <a:off x="16423857" y="5465352"/>
            <a:ext cx="3280102" cy="7974061"/>
            <a:chOff x="0" y="0"/>
            <a:chExt cx="1622238" cy="39437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22238" cy="3943726"/>
            </a:xfrm>
            <a:custGeom>
              <a:avLst/>
              <a:gdLst/>
              <a:ahLst/>
              <a:cxnLst/>
              <a:rect r="r" b="b" t="t" l="l"/>
              <a:pathLst>
                <a:path h="3943726" w="1622238">
                  <a:moveTo>
                    <a:pt x="203200" y="0"/>
                  </a:moveTo>
                  <a:lnTo>
                    <a:pt x="1622238" y="0"/>
                  </a:lnTo>
                  <a:lnTo>
                    <a:pt x="1419038" y="3943726"/>
                  </a:lnTo>
                  <a:lnTo>
                    <a:pt x="0" y="39437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1419038" cy="3981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097453" y="1028700"/>
            <a:ext cx="8161847" cy="4861288"/>
          </a:xfrm>
          <a:custGeom>
            <a:avLst/>
            <a:gdLst/>
            <a:ahLst/>
            <a:cxnLst/>
            <a:rect r="r" b="b" t="t" l="l"/>
            <a:pathLst>
              <a:path h="4861288" w="8161847">
                <a:moveTo>
                  <a:pt x="0" y="0"/>
                </a:moveTo>
                <a:lnTo>
                  <a:pt x="8161847" y="0"/>
                </a:lnTo>
                <a:lnTo>
                  <a:pt x="8161847" y="4861288"/>
                </a:lnTo>
                <a:lnTo>
                  <a:pt x="0" y="4861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60710" y="2896745"/>
            <a:ext cx="4557427" cy="33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1"/>
              </a:lnSpc>
            </a:pPr>
            <a:r>
              <a:rPr lang="en-US" sz="192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</a:t>
            </a:r>
            <a:r>
              <a:rPr lang="en-US" sz="192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nction: addRecord()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0710" y="3540606"/>
            <a:ext cx="8296463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Purp</a:t>
            </a: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ose: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8718" y="4127981"/>
            <a:ext cx="8296463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Takes user input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ores habit and mood data in files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0710" y="4969991"/>
            <a:ext cx="8296463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Files U</a:t>
            </a: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sed: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8718" y="5547841"/>
            <a:ext cx="8296463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habit_dat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a.txt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mood_data.txt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518158">
            <a:off x="12911154" y="462200"/>
            <a:ext cx="6159434" cy="14973834"/>
            <a:chOff x="0" y="0"/>
            <a:chExt cx="1622238" cy="39437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2238" cy="3943726"/>
            </a:xfrm>
            <a:custGeom>
              <a:avLst/>
              <a:gdLst/>
              <a:ahLst/>
              <a:cxnLst/>
              <a:rect r="r" b="b" t="t" l="l"/>
              <a:pathLst>
                <a:path h="3943726" w="1622238">
                  <a:moveTo>
                    <a:pt x="203200" y="0"/>
                  </a:moveTo>
                  <a:lnTo>
                    <a:pt x="1622238" y="0"/>
                  </a:lnTo>
                  <a:lnTo>
                    <a:pt x="1419038" y="3943726"/>
                  </a:lnTo>
                  <a:lnTo>
                    <a:pt x="0" y="39437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66675"/>
              <a:ext cx="1419038" cy="4010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8100000">
            <a:off x="12573652" y="7301712"/>
            <a:ext cx="771811" cy="4301341"/>
          </a:xfrm>
          <a:custGeom>
            <a:avLst/>
            <a:gdLst/>
            <a:ahLst/>
            <a:cxnLst/>
            <a:rect r="r" b="b" t="t" l="l"/>
            <a:pathLst>
              <a:path h="4301341" w="771811">
                <a:moveTo>
                  <a:pt x="0" y="0"/>
                </a:moveTo>
                <a:lnTo>
                  <a:pt x="771811" y="0"/>
                </a:lnTo>
                <a:lnTo>
                  <a:pt x="771811" y="4301341"/>
                </a:lnTo>
                <a:lnTo>
                  <a:pt x="0" y="43013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5286" t="0" r="-14595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2518158">
            <a:off x="14145413" y="3669099"/>
            <a:ext cx="4184293" cy="10172185"/>
            <a:chOff x="0" y="0"/>
            <a:chExt cx="1622238" cy="3943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22238" cy="3943726"/>
            </a:xfrm>
            <a:custGeom>
              <a:avLst/>
              <a:gdLst/>
              <a:ahLst/>
              <a:cxnLst/>
              <a:rect r="r" b="b" t="t" l="l"/>
              <a:pathLst>
                <a:path h="3943726" w="1622238">
                  <a:moveTo>
                    <a:pt x="203200" y="0"/>
                  </a:moveTo>
                  <a:lnTo>
                    <a:pt x="1622238" y="0"/>
                  </a:lnTo>
                  <a:lnTo>
                    <a:pt x="1419038" y="3943726"/>
                  </a:lnTo>
                  <a:lnTo>
                    <a:pt x="0" y="39437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66675"/>
              <a:ext cx="1419038" cy="4010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2700000">
            <a:off x="14078518" y="8154965"/>
            <a:ext cx="5477894" cy="1200452"/>
          </a:xfrm>
          <a:custGeom>
            <a:avLst/>
            <a:gdLst/>
            <a:ahLst/>
            <a:cxnLst/>
            <a:rect r="r" b="b" t="t" l="l"/>
            <a:pathLst>
              <a:path h="1200452" w="5477894">
                <a:moveTo>
                  <a:pt x="0" y="0"/>
                </a:moveTo>
                <a:lnTo>
                  <a:pt x="5477894" y="0"/>
                </a:lnTo>
                <a:lnTo>
                  <a:pt x="5477894" y="1200453"/>
                </a:lnTo>
                <a:lnTo>
                  <a:pt x="0" y="12004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7000"/>
            </a:blip>
            <a:stretch>
              <a:fillRect l="-22095" t="0" r="-3456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2518158">
            <a:off x="16423857" y="5465352"/>
            <a:ext cx="3280102" cy="7974061"/>
            <a:chOff x="0" y="0"/>
            <a:chExt cx="1622238" cy="39437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22238" cy="3943726"/>
            </a:xfrm>
            <a:custGeom>
              <a:avLst/>
              <a:gdLst/>
              <a:ahLst/>
              <a:cxnLst/>
              <a:rect r="r" b="b" t="t" l="l"/>
              <a:pathLst>
                <a:path h="3943726" w="1622238">
                  <a:moveTo>
                    <a:pt x="203200" y="0"/>
                  </a:moveTo>
                  <a:lnTo>
                    <a:pt x="1622238" y="0"/>
                  </a:lnTo>
                  <a:lnTo>
                    <a:pt x="1419038" y="3943726"/>
                  </a:lnTo>
                  <a:lnTo>
                    <a:pt x="0" y="39437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66675"/>
              <a:ext cx="1419038" cy="4010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9144000" y="2223006"/>
            <a:ext cx="7885333" cy="5840987"/>
          </a:xfrm>
          <a:custGeom>
            <a:avLst/>
            <a:gdLst/>
            <a:ahLst/>
            <a:cxnLst/>
            <a:rect r="r" b="b" t="t" l="l"/>
            <a:pathLst>
              <a:path h="5840987" w="7885333">
                <a:moveTo>
                  <a:pt x="0" y="0"/>
                </a:moveTo>
                <a:lnTo>
                  <a:pt x="7885333" y="0"/>
                </a:lnTo>
                <a:lnTo>
                  <a:pt x="7885333" y="5840988"/>
                </a:lnTo>
                <a:lnTo>
                  <a:pt x="0" y="5840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48718" y="1290532"/>
            <a:ext cx="9603644" cy="158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85"/>
              </a:lnSpc>
            </a:pPr>
            <a:r>
              <a:rPr lang="en-US" b="true" sz="6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CORE FUNCTION: VIEW RECORDS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8718" y="2870423"/>
            <a:ext cx="829646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nction: viewRecords()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8718" y="3540606"/>
            <a:ext cx="8296463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Purp</a:t>
            </a: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ose: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0710" y="4166081"/>
            <a:ext cx="8296463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Reads st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ored habit data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Displays all records to the user</a:t>
            </a:r>
          </a:p>
          <a:p>
            <a:pPr algn="l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518158">
            <a:off x="12911154" y="462200"/>
            <a:ext cx="6159434" cy="14973834"/>
            <a:chOff x="0" y="0"/>
            <a:chExt cx="1622238" cy="39437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2238" cy="3943726"/>
            </a:xfrm>
            <a:custGeom>
              <a:avLst/>
              <a:gdLst/>
              <a:ahLst/>
              <a:cxnLst/>
              <a:rect r="r" b="b" t="t" l="l"/>
              <a:pathLst>
                <a:path h="3943726" w="1622238">
                  <a:moveTo>
                    <a:pt x="203200" y="0"/>
                  </a:moveTo>
                  <a:lnTo>
                    <a:pt x="1622238" y="0"/>
                  </a:lnTo>
                  <a:lnTo>
                    <a:pt x="1419038" y="3943726"/>
                  </a:lnTo>
                  <a:lnTo>
                    <a:pt x="0" y="39437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66675"/>
              <a:ext cx="1419038" cy="4010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8100000">
            <a:off x="12573652" y="7301712"/>
            <a:ext cx="771811" cy="4301341"/>
          </a:xfrm>
          <a:custGeom>
            <a:avLst/>
            <a:gdLst/>
            <a:ahLst/>
            <a:cxnLst/>
            <a:rect r="r" b="b" t="t" l="l"/>
            <a:pathLst>
              <a:path h="4301341" w="771811">
                <a:moveTo>
                  <a:pt x="0" y="0"/>
                </a:moveTo>
                <a:lnTo>
                  <a:pt x="771811" y="0"/>
                </a:lnTo>
                <a:lnTo>
                  <a:pt x="771811" y="4301341"/>
                </a:lnTo>
                <a:lnTo>
                  <a:pt x="0" y="43013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5286" t="0" r="-14595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2518158">
            <a:off x="14145413" y="3669099"/>
            <a:ext cx="4184293" cy="10172185"/>
            <a:chOff x="0" y="0"/>
            <a:chExt cx="1622238" cy="3943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22238" cy="3943726"/>
            </a:xfrm>
            <a:custGeom>
              <a:avLst/>
              <a:gdLst/>
              <a:ahLst/>
              <a:cxnLst/>
              <a:rect r="r" b="b" t="t" l="l"/>
              <a:pathLst>
                <a:path h="3943726" w="1622238">
                  <a:moveTo>
                    <a:pt x="203200" y="0"/>
                  </a:moveTo>
                  <a:lnTo>
                    <a:pt x="1622238" y="0"/>
                  </a:lnTo>
                  <a:lnTo>
                    <a:pt x="1419038" y="3943726"/>
                  </a:lnTo>
                  <a:lnTo>
                    <a:pt x="0" y="39437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66675"/>
              <a:ext cx="1419038" cy="4010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2700000">
            <a:off x="14078518" y="8154965"/>
            <a:ext cx="5477894" cy="1200452"/>
          </a:xfrm>
          <a:custGeom>
            <a:avLst/>
            <a:gdLst/>
            <a:ahLst/>
            <a:cxnLst/>
            <a:rect r="r" b="b" t="t" l="l"/>
            <a:pathLst>
              <a:path h="1200452" w="5477894">
                <a:moveTo>
                  <a:pt x="0" y="0"/>
                </a:moveTo>
                <a:lnTo>
                  <a:pt x="5477894" y="0"/>
                </a:lnTo>
                <a:lnTo>
                  <a:pt x="5477894" y="1200453"/>
                </a:lnTo>
                <a:lnTo>
                  <a:pt x="0" y="12004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7000"/>
            </a:blip>
            <a:stretch>
              <a:fillRect l="-22095" t="0" r="-3456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2518158">
            <a:off x="16423857" y="5465352"/>
            <a:ext cx="3280102" cy="7974061"/>
            <a:chOff x="0" y="0"/>
            <a:chExt cx="1622238" cy="39437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22238" cy="3943726"/>
            </a:xfrm>
            <a:custGeom>
              <a:avLst/>
              <a:gdLst/>
              <a:ahLst/>
              <a:cxnLst/>
              <a:rect r="r" b="b" t="t" l="l"/>
              <a:pathLst>
                <a:path h="3943726" w="1622238">
                  <a:moveTo>
                    <a:pt x="203200" y="0"/>
                  </a:moveTo>
                  <a:lnTo>
                    <a:pt x="1622238" y="0"/>
                  </a:lnTo>
                  <a:lnTo>
                    <a:pt x="1419038" y="3943726"/>
                  </a:lnTo>
                  <a:lnTo>
                    <a:pt x="0" y="39437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66675"/>
              <a:ext cx="1419038" cy="4010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629955" y="1028700"/>
            <a:ext cx="6629345" cy="6281304"/>
          </a:xfrm>
          <a:custGeom>
            <a:avLst/>
            <a:gdLst/>
            <a:ahLst/>
            <a:cxnLst/>
            <a:rect r="r" b="b" t="t" l="l"/>
            <a:pathLst>
              <a:path h="6281304" w="6629345">
                <a:moveTo>
                  <a:pt x="0" y="0"/>
                </a:moveTo>
                <a:lnTo>
                  <a:pt x="6629345" y="0"/>
                </a:lnTo>
                <a:lnTo>
                  <a:pt x="6629345" y="6281304"/>
                </a:lnTo>
                <a:lnTo>
                  <a:pt x="0" y="62813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48718" y="1290532"/>
            <a:ext cx="9603644" cy="158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85"/>
              </a:lnSpc>
            </a:pPr>
            <a:r>
              <a:rPr lang="en-US" b="true" sz="6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CORE FUNCTION: WEEKLY SUMMARY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8718" y="2870423"/>
            <a:ext cx="829646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nction: weeklySummary()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0710" y="3531081"/>
            <a:ext cx="8296463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Purp</a:t>
            </a: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ose: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0710" y="4166081"/>
            <a:ext cx="8296463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Analyzes last 7 rec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ords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Counts good sleep and study days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Displays mood frequency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48718" y="5229719"/>
            <a:ext cx="8296463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</a:t>
            </a: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ogic Used: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8718" y="5865818"/>
            <a:ext cx="8296463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Sleep ≥ 7 h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tudy ≥ 2 hours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518158">
            <a:off x="12911154" y="462200"/>
            <a:ext cx="6159434" cy="14973834"/>
            <a:chOff x="0" y="0"/>
            <a:chExt cx="1622238" cy="39437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2238" cy="3943726"/>
            </a:xfrm>
            <a:custGeom>
              <a:avLst/>
              <a:gdLst/>
              <a:ahLst/>
              <a:cxnLst/>
              <a:rect r="r" b="b" t="t" l="l"/>
              <a:pathLst>
                <a:path h="3943726" w="1622238">
                  <a:moveTo>
                    <a:pt x="203200" y="0"/>
                  </a:moveTo>
                  <a:lnTo>
                    <a:pt x="1622238" y="0"/>
                  </a:lnTo>
                  <a:lnTo>
                    <a:pt x="1419038" y="3943726"/>
                  </a:lnTo>
                  <a:lnTo>
                    <a:pt x="0" y="39437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66675"/>
              <a:ext cx="1419038" cy="4010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8100000">
            <a:off x="12573652" y="7301712"/>
            <a:ext cx="771811" cy="4301341"/>
          </a:xfrm>
          <a:custGeom>
            <a:avLst/>
            <a:gdLst/>
            <a:ahLst/>
            <a:cxnLst/>
            <a:rect r="r" b="b" t="t" l="l"/>
            <a:pathLst>
              <a:path h="4301341" w="771811">
                <a:moveTo>
                  <a:pt x="0" y="0"/>
                </a:moveTo>
                <a:lnTo>
                  <a:pt x="771811" y="0"/>
                </a:lnTo>
                <a:lnTo>
                  <a:pt x="771811" y="4301341"/>
                </a:lnTo>
                <a:lnTo>
                  <a:pt x="0" y="43013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5286" t="0" r="-14595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2518158">
            <a:off x="14145413" y="3669099"/>
            <a:ext cx="4184293" cy="10172185"/>
            <a:chOff x="0" y="0"/>
            <a:chExt cx="1622238" cy="3943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22238" cy="3943726"/>
            </a:xfrm>
            <a:custGeom>
              <a:avLst/>
              <a:gdLst/>
              <a:ahLst/>
              <a:cxnLst/>
              <a:rect r="r" b="b" t="t" l="l"/>
              <a:pathLst>
                <a:path h="3943726" w="1622238">
                  <a:moveTo>
                    <a:pt x="203200" y="0"/>
                  </a:moveTo>
                  <a:lnTo>
                    <a:pt x="1622238" y="0"/>
                  </a:lnTo>
                  <a:lnTo>
                    <a:pt x="1419038" y="3943726"/>
                  </a:lnTo>
                  <a:lnTo>
                    <a:pt x="0" y="39437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66675"/>
              <a:ext cx="1419038" cy="4010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2700000">
            <a:off x="14078518" y="8154965"/>
            <a:ext cx="5477894" cy="1200452"/>
          </a:xfrm>
          <a:custGeom>
            <a:avLst/>
            <a:gdLst/>
            <a:ahLst/>
            <a:cxnLst/>
            <a:rect r="r" b="b" t="t" l="l"/>
            <a:pathLst>
              <a:path h="1200452" w="5477894">
                <a:moveTo>
                  <a:pt x="0" y="0"/>
                </a:moveTo>
                <a:lnTo>
                  <a:pt x="5477894" y="0"/>
                </a:lnTo>
                <a:lnTo>
                  <a:pt x="5477894" y="1200453"/>
                </a:lnTo>
                <a:lnTo>
                  <a:pt x="0" y="12004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7000"/>
            </a:blip>
            <a:stretch>
              <a:fillRect l="-22095" t="0" r="-3456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2518158">
            <a:off x="16423857" y="5465352"/>
            <a:ext cx="3280102" cy="7974061"/>
            <a:chOff x="0" y="0"/>
            <a:chExt cx="1622238" cy="39437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22238" cy="3943726"/>
            </a:xfrm>
            <a:custGeom>
              <a:avLst/>
              <a:gdLst/>
              <a:ahLst/>
              <a:cxnLst/>
              <a:rect r="r" b="b" t="t" l="l"/>
              <a:pathLst>
                <a:path h="3943726" w="1622238">
                  <a:moveTo>
                    <a:pt x="203200" y="0"/>
                  </a:moveTo>
                  <a:lnTo>
                    <a:pt x="1622238" y="0"/>
                  </a:lnTo>
                  <a:lnTo>
                    <a:pt x="1419038" y="3943726"/>
                  </a:lnTo>
                  <a:lnTo>
                    <a:pt x="0" y="39437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66675"/>
              <a:ext cx="1419038" cy="4010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378527" y="1028700"/>
            <a:ext cx="6880773" cy="5845422"/>
          </a:xfrm>
          <a:custGeom>
            <a:avLst/>
            <a:gdLst/>
            <a:ahLst/>
            <a:cxnLst/>
            <a:rect r="r" b="b" t="t" l="l"/>
            <a:pathLst>
              <a:path h="5845422" w="6880773">
                <a:moveTo>
                  <a:pt x="0" y="0"/>
                </a:moveTo>
                <a:lnTo>
                  <a:pt x="6880773" y="0"/>
                </a:lnTo>
                <a:lnTo>
                  <a:pt x="6880773" y="5845422"/>
                </a:lnTo>
                <a:lnTo>
                  <a:pt x="0" y="58454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48718" y="1290532"/>
            <a:ext cx="9603644" cy="158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85"/>
              </a:lnSpc>
            </a:pPr>
            <a:r>
              <a:rPr lang="en-US" b="true" sz="6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CORE FUNCTION: SUGGESTIONS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0710" y="2915190"/>
            <a:ext cx="829646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nction: suggestions()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0710" y="3540606"/>
            <a:ext cx="8296463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Purp</a:t>
            </a: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ose: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0710" y="4118456"/>
            <a:ext cx="8296463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Gives improvement tips base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 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 habits and mood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Helps user maintain a healthy routine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8645" y="-449803"/>
            <a:ext cx="19585289" cy="6289052"/>
            <a:chOff x="0" y="0"/>
            <a:chExt cx="5158265" cy="1656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8265" cy="1656376"/>
            </a:xfrm>
            <a:custGeom>
              <a:avLst/>
              <a:gdLst/>
              <a:ahLst/>
              <a:cxnLst/>
              <a:rect r="r" b="b" t="t" l="l"/>
              <a:pathLst>
                <a:path h="1656376" w="5158265">
                  <a:moveTo>
                    <a:pt x="0" y="0"/>
                  </a:moveTo>
                  <a:lnTo>
                    <a:pt x="5158265" y="0"/>
                  </a:lnTo>
                  <a:lnTo>
                    <a:pt x="5158265" y="1656376"/>
                  </a:lnTo>
                  <a:lnTo>
                    <a:pt x="0" y="1656376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5158265" cy="1723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40054" y="8404680"/>
            <a:ext cx="8105125" cy="1414713"/>
          </a:xfrm>
          <a:custGeom>
            <a:avLst/>
            <a:gdLst/>
            <a:ahLst/>
            <a:cxnLst/>
            <a:rect r="r" b="b" t="t" l="l"/>
            <a:pathLst>
              <a:path h="1414713" w="8105125">
                <a:moveTo>
                  <a:pt x="0" y="0"/>
                </a:moveTo>
                <a:lnTo>
                  <a:pt x="8105125" y="0"/>
                </a:lnTo>
                <a:lnTo>
                  <a:pt x="8105125" y="1414713"/>
                </a:lnTo>
                <a:lnTo>
                  <a:pt x="0" y="1414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81554" y="8404680"/>
            <a:ext cx="8105125" cy="1414713"/>
          </a:xfrm>
          <a:custGeom>
            <a:avLst/>
            <a:gdLst/>
            <a:ahLst/>
            <a:cxnLst/>
            <a:rect r="r" b="b" t="t" l="l"/>
            <a:pathLst>
              <a:path h="1414713" w="8105125">
                <a:moveTo>
                  <a:pt x="0" y="0"/>
                </a:moveTo>
                <a:lnTo>
                  <a:pt x="8105125" y="0"/>
                </a:lnTo>
                <a:lnTo>
                  <a:pt x="8105125" y="1414713"/>
                </a:lnTo>
                <a:lnTo>
                  <a:pt x="0" y="1414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67433" y="6542097"/>
            <a:ext cx="7450368" cy="2569940"/>
            <a:chOff x="0" y="0"/>
            <a:chExt cx="1962237" cy="6768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62237" cy="676857"/>
            </a:xfrm>
            <a:custGeom>
              <a:avLst/>
              <a:gdLst/>
              <a:ahLst/>
              <a:cxnLst/>
              <a:rect r="r" b="b" t="t" l="l"/>
              <a:pathLst>
                <a:path h="676857" w="1962237">
                  <a:moveTo>
                    <a:pt x="52996" y="0"/>
                  </a:moveTo>
                  <a:lnTo>
                    <a:pt x="1909241" y="0"/>
                  </a:lnTo>
                  <a:cubicBezTo>
                    <a:pt x="1923296" y="0"/>
                    <a:pt x="1936776" y="5583"/>
                    <a:pt x="1946715" y="15522"/>
                  </a:cubicBezTo>
                  <a:cubicBezTo>
                    <a:pt x="1956653" y="25461"/>
                    <a:pt x="1962237" y="38940"/>
                    <a:pt x="1962237" y="52996"/>
                  </a:cubicBezTo>
                  <a:lnTo>
                    <a:pt x="1962237" y="623861"/>
                  </a:lnTo>
                  <a:cubicBezTo>
                    <a:pt x="1962237" y="637916"/>
                    <a:pt x="1956653" y="651396"/>
                    <a:pt x="1946715" y="661334"/>
                  </a:cubicBezTo>
                  <a:cubicBezTo>
                    <a:pt x="1936776" y="671273"/>
                    <a:pt x="1923296" y="676857"/>
                    <a:pt x="1909241" y="676857"/>
                  </a:cubicBezTo>
                  <a:lnTo>
                    <a:pt x="52996" y="676857"/>
                  </a:lnTo>
                  <a:cubicBezTo>
                    <a:pt x="38940" y="676857"/>
                    <a:pt x="25461" y="671273"/>
                    <a:pt x="15522" y="661334"/>
                  </a:cubicBezTo>
                  <a:cubicBezTo>
                    <a:pt x="5583" y="651396"/>
                    <a:pt x="0" y="637916"/>
                    <a:pt x="0" y="623861"/>
                  </a:cubicBezTo>
                  <a:lnTo>
                    <a:pt x="0" y="52996"/>
                  </a:lnTo>
                  <a:cubicBezTo>
                    <a:pt x="0" y="38940"/>
                    <a:pt x="5583" y="25461"/>
                    <a:pt x="15522" y="15522"/>
                  </a:cubicBezTo>
                  <a:cubicBezTo>
                    <a:pt x="25461" y="5583"/>
                    <a:pt x="38940" y="0"/>
                    <a:pt x="52996" y="0"/>
                  </a:cubicBezTo>
                  <a:close/>
                </a:path>
              </a:pathLst>
            </a:custGeom>
            <a:solidFill>
              <a:srgbClr val="A6A6A6"/>
            </a:solidFill>
            <a:ln w="66675" cap="rnd">
              <a:solidFill>
                <a:srgbClr val="F7FB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962237" cy="743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08932" y="6542097"/>
            <a:ext cx="7450368" cy="2569940"/>
            <a:chOff x="0" y="0"/>
            <a:chExt cx="1962237" cy="6768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62237" cy="676857"/>
            </a:xfrm>
            <a:custGeom>
              <a:avLst/>
              <a:gdLst/>
              <a:ahLst/>
              <a:cxnLst/>
              <a:rect r="r" b="b" t="t" l="l"/>
              <a:pathLst>
                <a:path h="676857" w="1962237">
                  <a:moveTo>
                    <a:pt x="52996" y="0"/>
                  </a:moveTo>
                  <a:lnTo>
                    <a:pt x="1909241" y="0"/>
                  </a:lnTo>
                  <a:cubicBezTo>
                    <a:pt x="1923296" y="0"/>
                    <a:pt x="1936776" y="5583"/>
                    <a:pt x="1946715" y="15522"/>
                  </a:cubicBezTo>
                  <a:cubicBezTo>
                    <a:pt x="1956653" y="25461"/>
                    <a:pt x="1962237" y="38940"/>
                    <a:pt x="1962237" y="52996"/>
                  </a:cubicBezTo>
                  <a:lnTo>
                    <a:pt x="1962237" y="623861"/>
                  </a:lnTo>
                  <a:cubicBezTo>
                    <a:pt x="1962237" y="637916"/>
                    <a:pt x="1956653" y="651396"/>
                    <a:pt x="1946715" y="661334"/>
                  </a:cubicBezTo>
                  <a:cubicBezTo>
                    <a:pt x="1936776" y="671273"/>
                    <a:pt x="1923296" y="676857"/>
                    <a:pt x="1909241" y="676857"/>
                  </a:cubicBezTo>
                  <a:lnTo>
                    <a:pt x="52996" y="676857"/>
                  </a:lnTo>
                  <a:cubicBezTo>
                    <a:pt x="38940" y="676857"/>
                    <a:pt x="25461" y="671273"/>
                    <a:pt x="15522" y="661334"/>
                  </a:cubicBezTo>
                  <a:cubicBezTo>
                    <a:pt x="5583" y="651396"/>
                    <a:pt x="0" y="637916"/>
                    <a:pt x="0" y="623861"/>
                  </a:cubicBezTo>
                  <a:lnTo>
                    <a:pt x="0" y="52996"/>
                  </a:lnTo>
                  <a:cubicBezTo>
                    <a:pt x="0" y="38940"/>
                    <a:pt x="5583" y="25461"/>
                    <a:pt x="15522" y="15522"/>
                  </a:cubicBezTo>
                  <a:cubicBezTo>
                    <a:pt x="25461" y="5583"/>
                    <a:pt x="38940" y="0"/>
                    <a:pt x="52996" y="0"/>
                  </a:cubicBezTo>
                  <a:close/>
                </a:path>
              </a:pathLst>
            </a:custGeom>
            <a:solidFill>
              <a:srgbClr val="A6A6A6"/>
            </a:solidFill>
            <a:ln w="66675" cap="rnd">
              <a:solidFill>
                <a:srgbClr val="F7FB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962237" cy="743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914386" y="2119774"/>
            <a:ext cx="8459227" cy="1373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1"/>
              </a:lnSpc>
            </a:pPr>
            <a:r>
              <a:rPr lang="en-US" sz="9010" b="true">
                <a:solidFill>
                  <a:srgbClr val="F7FBFF"/>
                </a:solidFill>
                <a:latin typeface="Poppins Bold"/>
                <a:ea typeface="Poppins Bold"/>
                <a:cs typeface="Poppins Bold"/>
                <a:sym typeface="Poppins Bold"/>
              </a:rPr>
              <a:t>FILE HANDLING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125216" y="7173334"/>
            <a:ext cx="6734802" cy="1307465"/>
            <a:chOff x="0" y="0"/>
            <a:chExt cx="8979736" cy="1743287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104775"/>
              <a:ext cx="8979736" cy="811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b="true" sz="35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 Storage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10783" y="640292"/>
              <a:ext cx="8768953" cy="1102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HABIT DATA STORED IN HABIT_DATA.TXT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MOOD DATA STORED IN MOOD_DATA.TXT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184286" y="6959022"/>
            <a:ext cx="6699661" cy="1736090"/>
            <a:chOff x="0" y="0"/>
            <a:chExt cx="8932882" cy="2314787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104775"/>
              <a:ext cx="8932882" cy="811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b="true" sz="35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Concepts Used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773429" y="652992"/>
              <a:ext cx="5386024" cy="1661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</a:t>
              </a: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ILE CREATION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FILE READING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FILE APPENDING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0710" y="1166707"/>
            <a:ext cx="8187777" cy="1133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75"/>
              </a:lnSpc>
            </a:pP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0710" y="2981865"/>
            <a:ext cx="9984847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This p</a:t>
            </a: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roject demonstrates practical use of: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2700000">
            <a:off x="1232406" y="6280772"/>
            <a:ext cx="1158687" cy="6457414"/>
          </a:xfrm>
          <a:custGeom>
            <a:avLst/>
            <a:gdLst/>
            <a:ahLst/>
            <a:cxnLst/>
            <a:rect r="r" b="b" t="t" l="l"/>
            <a:pathLst>
              <a:path h="6457414" w="1158687">
                <a:moveTo>
                  <a:pt x="0" y="0"/>
                </a:moveTo>
                <a:lnTo>
                  <a:pt x="1158686" y="0"/>
                </a:lnTo>
                <a:lnTo>
                  <a:pt x="1158686" y="6457414"/>
                </a:lnTo>
                <a:lnTo>
                  <a:pt x="0" y="645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5286" t="0" r="-14595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7918158">
            <a:off x="-136144" y="6856153"/>
            <a:ext cx="2182873" cy="5306652"/>
            <a:chOff x="0" y="0"/>
            <a:chExt cx="1622238" cy="39437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22238" cy="3943726"/>
            </a:xfrm>
            <a:custGeom>
              <a:avLst/>
              <a:gdLst/>
              <a:ahLst/>
              <a:cxnLst/>
              <a:rect r="r" b="b" t="t" l="l"/>
              <a:pathLst>
                <a:path h="3943726" w="1622238">
                  <a:moveTo>
                    <a:pt x="203200" y="0"/>
                  </a:moveTo>
                  <a:lnTo>
                    <a:pt x="1622238" y="0"/>
                  </a:lnTo>
                  <a:lnTo>
                    <a:pt x="1419038" y="3943726"/>
                  </a:lnTo>
                  <a:lnTo>
                    <a:pt x="0" y="39437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66675"/>
              <a:ext cx="1419038" cy="4010401"/>
            </a:xfrm>
            <a:prstGeom prst="rect">
              <a:avLst/>
            </a:prstGeom>
          </p:spPr>
          <p:txBody>
            <a:bodyPr anchor="ctr" rtlCol="false" tIns="26501" lIns="26501" bIns="26501" rIns="26501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2700000">
            <a:off x="-473569" y="9498878"/>
            <a:ext cx="2857722" cy="626255"/>
          </a:xfrm>
          <a:custGeom>
            <a:avLst/>
            <a:gdLst/>
            <a:ahLst/>
            <a:cxnLst/>
            <a:rect r="r" b="b" t="t" l="l"/>
            <a:pathLst>
              <a:path h="626255" w="2857722">
                <a:moveTo>
                  <a:pt x="0" y="0"/>
                </a:moveTo>
                <a:lnTo>
                  <a:pt x="2857722" y="0"/>
                </a:lnTo>
                <a:lnTo>
                  <a:pt x="2857722" y="626255"/>
                </a:lnTo>
                <a:lnTo>
                  <a:pt x="0" y="6262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7000"/>
            </a:blip>
            <a:stretch>
              <a:fillRect l="-22095" t="0" r="-3456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7918158">
            <a:off x="-264006" y="8382289"/>
            <a:ext cx="1711172" cy="4159929"/>
            <a:chOff x="0" y="0"/>
            <a:chExt cx="1622238" cy="394372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22238" cy="3943726"/>
            </a:xfrm>
            <a:custGeom>
              <a:avLst/>
              <a:gdLst/>
              <a:ahLst/>
              <a:cxnLst/>
              <a:rect r="r" b="b" t="t" l="l"/>
              <a:pathLst>
                <a:path h="3943726" w="1622238">
                  <a:moveTo>
                    <a:pt x="203200" y="0"/>
                  </a:moveTo>
                  <a:lnTo>
                    <a:pt x="1622238" y="0"/>
                  </a:lnTo>
                  <a:lnTo>
                    <a:pt x="1419038" y="3943726"/>
                  </a:lnTo>
                  <a:lnTo>
                    <a:pt x="0" y="39437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66675"/>
              <a:ext cx="1419038" cy="4010401"/>
            </a:xfrm>
            <a:prstGeom prst="rect">
              <a:avLst/>
            </a:prstGeom>
          </p:spPr>
          <p:txBody>
            <a:bodyPr anchor="ctr" rtlCol="false" tIns="26501" lIns="26501" bIns="26501" rIns="26501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8100000">
            <a:off x="15687264" y="-2312989"/>
            <a:ext cx="1158687" cy="6457414"/>
          </a:xfrm>
          <a:custGeom>
            <a:avLst/>
            <a:gdLst/>
            <a:ahLst/>
            <a:cxnLst/>
            <a:rect r="r" b="b" t="t" l="l"/>
            <a:pathLst>
              <a:path h="6457414" w="1158687">
                <a:moveTo>
                  <a:pt x="0" y="0"/>
                </a:moveTo>
                <a:lnTo>
                  <a:pt x="1158687" y="0"/>
                </a:lnTo>
                <a:lnTo>
                  <a:pt x="1158687" y="6457414"/>
                </a:lnTo>
                <a:lnTo>
                  <a:pt x="0" y="645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5286" t="0" r="-14595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-2881841">
            <a:off x="16031627" y="-1737608"/>
            <a:ext cx="2182873" cy="5306652"/>
            <a:chOff x="0" y="0"/>
            <a:chExt cx="1622238" cy="39437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22238" cy="3943726"/>
            </a:xfrm>
            <a:custGeom>
              <a:avLst/>
              <a:gdLst/>
              <a:ahLst/>
              <a:cxnLst/>
              <a:rect r="r" b="b" t="t" l="l"/>
              <a:pathLst>
                <a:path h="3943726" w="1622238">
                  <a:moveTo>
                    <a:pt x="203200" y="0"/>
                  </a:moveTo>
                  <a:lnTo>
                    <a:pt x="1622238" y="0"/>
                  </a:lnTo>
                  <a:lnTo>
                    <a:pt x="1419038" y="3943726"/>
                  </a:lnTo>
                  <a:lnTo>
                    <a:pt x="0" y="39437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66675"/>
              <a:ext cx="1419038" cy="4010401"/>
            </a:xfrm>
            <a:prstGeom prst="rect">
              <a:avLst/>
            </a:prstGeom>
          </p:spPr>
          <p:txBody>
            <a:bodyPr anchor="ctr" rtlCol="false" tIns="26501" lIns="26501" bIns="26501" rIns="26501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8100000">
            <a:off x="15565727" y="484500"/>
            <a:ext cx="3431466" cy="751988"/>
          </a:xfrm>
          <a:custGeom>
            <a:avLst/>
            <a:gdLst/>
            <a:ahLst/>
            <a:cxnLst/>
            <a:rect r="r" b="b" t="t" l="l"/>
            <a:pathLst>
              <a:path h="751988" w="3431466">
                <a:moveTo>
                  <a:pt x="0" y="0"/>
                </a:moveTo>
                <a:lnTo>
                  <a:pt x="3431466" y="0"/>
                </a:lnTo>
                <a:lnTo>
                  <a:pt x="3431466" y="751989"/>
                </a:lnTo>
                <a:lnTo>
                  <a:pt x="0" y="7519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7000"/>
            </a:blip>
            <a:stretch>
              <a:fillRect l="-22095" t="0" r="-3456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2881841">
            <a:off x="16631190" y="-2117020"/>
            <a:ext cx="1711172" cy="4159929"/>
            <a:chOff x="0" y="0"/>
            <a:chExt cx="1622238" cy="39437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22238" cy="3943726"/>
            </a:xfrm>
            <a:custGeom>
              <a:avLst/>
              <a:gdLst/>
              <a:ahLst/>
              <a:cxnLst/>
              <a:rect r="r" b="b" t="t" l="l"/>
              <a:pathLst>
                <a:path h="3943726" w="1622238">
                  <a:moveTo>
                    <a:pt x="203200" y="0"/>
                  </a:moveTo>
                  <a:lnTo>
                    <a:pt x="1622238" y="0"/>
                  </a:lnTo>
                  <a:lnTo>
                    <a:pt x="1419038" y="3943726"/>
                  </a:lnTo>
                  <a:lnTo>
                    <a:pt x="0" y="39437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66675"/>
              <a:ext cx="1419038" cy="4010401"/>
            </a:xfrm>
            <a:prstGeom prst="rect">
              <a:avLst/>
            </a:prstGeom>
          </p:spPr>
          <p:txBody>
            <a:bodyPr anchor="ctr" rtlCol="false" tIns="26501" lIns="26501" bIns="26501" rIns="26501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60710" y="3588231"/>
            <a:ext cx="7550504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ctions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Loops and conditions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File handling in C++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0710" y="4720590"/>
            <a:ext cx="7550504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</a:t>
            </a: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earning Outcome: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0710" y="5298440"/>
            <a:ext cx="7550504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Bet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 understanding of C++ fundamentals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Real-life problem-solving using programming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232406" y="6280772"/>
            <a:ext cx="1158687" cy="6457414"/>
          </a:xfrm>
          <a:custGeom>
            <a:avLst/>
            <a:gdLst/>
            <a:ahLst/>
            <a:cxnLst/>
            <a:rect r="r" b="b" t="t" l="l"/>
            <a:pathLst>
              <a:path h="6457414" w="1158687">
                <a:moveTo>
                  <a:pt x="0" y="0"/>
                </a:moveTo>
                <a:lnTo>
                  <a:pt x="1158686" y="0"/>
                </a:lnTo>
                <a:lnTo>
                  <a:pt x="1158686" y="6457414"/>
                </a:lnTo>
                <a:lnTo>
                  <a:pt x="0" y="645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5286" t="0" r="-1459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7918158">
            <a:off x="-136144" y="6856153"/>
            <a:ext cx="2182873" cy="5306652"/>
            <a:chOff x="0" y="0"/>
            <a:chExt cx="1622238" cy="39437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2238" cy="3943726"/>
            </a:xfrm>
            <a:custGeom>
              <a:avLst/>
              <a:gdLst/>
              <a:ahLst/>
              <a:cxnLst/>
              <a:rect r="r" b="b" t="t" l="l"/>
              <a:pathLst>
                <a:path h="3943726" w="1622238">
                  <a:moveTo>
                    <a:pt x="203200" y="0"/>
                  </a:moveTo>
                  <a:lnTo>
                    <a:pt x="1622238" y="0"/>
                  </a:lnTo>
                  <a:lnTo>
                    <a:pt x="1419038" y="3943726"/>
                  </a:lnTo>
                  <a:lnTo>
                    <a:pt x="0" y="39437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66675"/>
              <a:ext cx="1419038" cy="4010401"/>
            </a:xfrm>
            <a:prstGeom prst="rect">
              <a:avLst/>
            </a:prstGeom>
          </p:spPr>
          <p:txBody>
            <a:bodyPr anchor="ctr" rtlCol="false" tIns="26501" lIns="26501" bIns="26501" rIns="26501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2700000">
            <a:off x="-473569" y="9498878"/>
            <a:ext cx="2857722" cy="626255"/>
          </a:xfrm>
          <a:custGeom>
            <a:avLst/>
            <a:gdLst/>
            <a:ahLst/>
            <a:cxnLst/>
            <a:rect r="r" b="b" t="t" l="l"/>
            <a:pathLst>
              <a:path h="626255" w="2857722">
                <a:moveTo>
                  <a:pt x="0" y="0"/>
                </a:moveTo>
                <a:lnTo>
                  <a:pt x="2857722" y="0"/>
                </a:lnTo>
                <a:lnTo>
                  <a:pt x="2857722" y="626255"/>
                </a:lnTo>
                <a:lnTo>
                  <a:pt x="0" y="6262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7000"/>
            </a:blip>
            <a:stretch>
              <a:fillRect l="-22095" t="0" r="-3456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7918158">
            <a:off x="-264006" y="8382289"/>
            <a:ext cx="1711172" cy="4159929"/>
            <a:chOff x="0" y="0"/>
            <a:chExt cx="1622238" cy="394372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22238" cy="3943726"/>
            </a:xfrm>
            <a:custGeom>
              <a:avLst/>
              <a:gdLst/>
              <a:ahLst/>
              <a:cxnLst/>
              <a:rect r="r" b="b" t="t" l="l"/>
              <a:pathLst>
                <a:path h="3943726" w="1622238">
                  <a:moveTo>
                    <a:pt x="203200" y="0"/>
                  </a:moveTo>
                  <a:lnTo>
                    <a:pt x="1622238" y="0"/>
                  </a:lnTo>
                  <a:lnTo>
                    <a:pt x="1419038" y="3943726"/>
                  </a:lnTo>
                  <a:lnTo>
                    <a:pt x="0" y="39437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-66675"/>
              <a:ext cx="1419038" cy="4010401"/>
            </a:xfrm>
            <a:prstGeom prst="rect">
              <a:avLst/>
            </a:prstGeom>
          </p:spPr>
          <p:txBody>
            <a:bodyPr anchor="ctr" rtlCol="false" tIns="26501" lIns="26501" bIns="26501" rIns="26501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8100000">
            <a:off x="15687264" y="-2312989"/>
            <a:ext cx="1158687" cy="6457414"/>
          </a:xfrm>
          <a:custGeom>
            <a:avLst/>
            <a:gdLst/>
            <a:ahLst/>
            <a:cxnLst/>
            <a:rect r="r" b="b" t="t" l="l"/>
            <a:pathLst>
              <a:path h="6457414" w="1158687">
                <a:moveTo>
                  <a:pt x="0" y="0"/>
                </a:moveTo>
                <a:lnTo>
                  <a:pt x="1158687" y="0"/>
                </a:lnTo>
                <a:lnTo>
                  <a:pt x="1158687" y="6457414"/>
                </a:lnTo>
                <a:lnTo>
                  <a:pt x="0" y="645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5286" t="0" r="-14595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2881841">
            <a:off x="16031627" y="-1737608"/>
            <a:ext cx="2182873" cy="5306652"/>
            <a:chOff x="0" y="0"/>
            <a:chExt cx="1622238" cy="39437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22238" cy="3943726"/>
            </a:xfrm>
            <a:custGeom>
              <a:avLst/>
              <a:gdLst/>
              <a:ahLst/>
              <a:cxnLst/>
              <a:rect r="r" b="b" t="t" l="l"/>
              <a:pathLst>
                <a:path h="3943726" w="1622238">
                  <a:moveTo>
                    <a:pt x="203200" y="0"/>
                  </a:moveTo>
                  <a:lnTo>
                    <a:pt x="1622238" y="0"/>
                  </a:lnTo>
                  <a:lnTo>
                    <a:pt x="1419038" y="3943726"/>
                  </a:lnTo>
                  <a:lnTo>
                    <a:pt x="0" y="39437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66675"/>
              <a:ext cx="1419038" cy="4010401"/>
            </a:xfrm>
            <a:prstGeom prst="rect">
              <a:avLst/>
            </a:prstGeom>
          </p:spPr>
          <p:txBody>
            <a:bodyPr anchor="ctr" rtlCol="false" tIns="26501" lIns="26501" bIns="26501" rIns="26501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8100000">
            <a:off x="15565727" y="484500"/>
            <a:ext cx="3431466" cy="751988"/>
          </a:xfrm>
          <a:custGeom>
            <a:avLst/>
            <a:gdLst/>
            <a:ahLst/>
            <a:cxnLst/>
            <a:rect r="r" b="b" t="t" l="l"/>
            <a:pathLst>
              <a:path h="751988" w="3431466">
                <a:moveTo>
                  <a:pt x="0" y="0"/>
                </a:moveTo>
                <a:lnTo>
                  <a:pt x="3431466" y="0"/>
                </a:lnTo>
                <a:lnTo>
                  <a:pt x="3431466" y="751989"/>
                </a:lnTo>
                <a:lnTo>
                  <a:pt x="0" y="7519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7000"/>
            </a:blip>
            <a:stretch>
              <a:fillRect l="-22095" t="0" r="-3456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-2881841">
            <a:off x="16631190" y="-2117020"/>
            <a:ext cx="1711172" cy="4159929"/>
            <a:chOff x="0" y="0"/>
            <a:chExt cx="1622238" cy="394372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22238" cy="3943726"/>
            </a:xfrm>
            <a:custGeom>
              <a:avLst/>
              <a:gdLst/>
              <a:ahLst/>
              <a:cxnLst/>
              <a:rect r="r" b="b" t="t" l="l"/>
              <a:pathLst>
                <a:path h="3943726" w="1622238">
                  <a:moveTo>
                    <a:pt x="203200" y="0"/>
                  </a:moveTo>
                  <a:lnTo>
                    <a:pt x="1622238" y="0"/>
                  </a:lnTo>
                  <a:lnTo>
                    <a:pt x="1419038" y="3943726"/>
                  </a:lnTo>
                  <a:lnTo>
                    <a:pt x="0" y="394372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01600" y="-66675"/>
              <a:ext cx="1419038" cy="4010401"/>
            </a:xfrm>
            <a:prstGeom prst="rect">
              <a:avLst/>
            </a:prstGeom>
          </p:spPr>
          <p:txBody>
            <a:bodyPr anchor="ctr" rtlCol="false" tIns="26501" lIns="26501" bIns="26501" rIns="26501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743653" y="2762264"/>
            <a:ext cx="10800695" cy="5353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86"/>
              </a:lnSpc>
            </a:pPr>
            <a:r>
              <a:rPr lang="en-US" b="true" sz="2311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THANK</a:t>
            </a:r>
          </a:p>
          <a:p>
            <a:pPr algn="ctr">
              <a:lnSpc>
                <a:spcPts val="19186"/>
              </a:lnSpc>
            </a:pPr>
            <a:r>
              <a:rPr lang="en-US" b="true" sz="2311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Habit &amp; Mood Tracker</dc:title>
  <dc:creator>Abeeha Usman</dc:creator>
  <cp:revision>1</cp:revision>
  <dcterms:created xsi:type="dcterms:W3CDTF">2006-08-16T00:00:00Z</dcterms:created>
  <dcterms:modified xsi:type="dcterms:W3CDTF">2011-08-01T06:04:30Z</dcterms:modified>
  <dc:identifier>DAG9ql2nMCI</dc:identifier>
</cp:coreProperties>
</file>